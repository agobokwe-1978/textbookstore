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7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A55B49A-92CC-40DF-9A69-2660F4FC9DB7}" v="10" dt="2026-06-15T16:29:56.98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72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thotse, Agobokwe" userId="39e549c8-f35b-41bc-9ec2-94c620546e62" providerId="ADAL" clId="{D1E6E22A-E7DA-4C10-A9D7-AD2B84D4BEDE}"/>
    <pc:docChg chg="undo custSel delSld modSld">
      <pc:chgData name="Rathotse, Agobokwe" userId="39e549c8-f35b-41bc-9ec2-94c620546e62" providerId="ADAL" clId="{D1E6E22A-E7DA-4C10-A9D7-AD2B84D4BEDE}" dt="2026-06-15T16:32:14.750" v="102" actId="26606"/>
      <pc:docMkLst>
        <pc:docMk/>
      </pc:docMkLst>
      <pc:sldChg chg="addSp modSp mod setBg">
        <pc:chgData name="Rathotse, Agobokwe" userId="39e549c8-f35b-41bc-9ec2-94c620546e62" providerId="ADAL" clId="{D1E6E22A-E7DA-4C10-A9D7-AD2B84D4BEDE}" dt="2026-06-15T10:36:28.670" v="2" actId="26606"/>
        <pc:sldMkLst>
          <pc:docMk/>
          <pc:sldMk cId="0" sldId="256"/>
        </pc:sldMkLst>
        <pc:spChg chg="mod">
          <ac:chgData name="Rathotse, Agobokwe" userId="39e549c8-f35b-41bc-9ec2-94c620546e62" providerId="ADAL" clId="{D1E6E22A-E7DA-4C10-A9D7-AD2B84D4BEDE}" dt="2026-06-15T10:36:28.670" v="2" actId="26606"/>
          <ac:spMkLst>
            <pc:docMk/>
            <pc:sldMk cId="0" sldId="256"/>
            <ac:spMk id="2" creationId="{00000000-0000-0000-0000-000000000000}"/>
          </ac:spMkLst>
        </pc:spChg>
        <pc:spChg chg="mod">
          <ac:chgData name="Rathotse, Agobokwe" userId="39e549c8-f35b-41bc-9ec2-94c620546e62" providerId="ADAL" clId="{D1E6E22A-E7DA-4C10-A9D7-AD2B84D4BEDE}" dt="2026-06-15T10:36:28.670" v="2" actId="26606"/>
          <ac:spMkLst>
            <pc:docMk/>
            <pc:sldMk cId="0" sldId="256"/>
            <ac:spMk id="3" creationId="{00000000-0000-0000-0000-000000000000}"/>
          </ac:spMkLst>
        </pc:spChg>
        <pc:spChg chg="add">
          <ac:chgData name="Rathotse, Agobokwe" userId="39e549c8-f35b-41bc-9ec2-94c620546e62" providerId="ADAL" clId="{D1E6E22A-E7DA-4C10-A9D7-AD2B84D4BEDE}" dt="2026-06-15T10:36:28.670" v="2" actId="26606"/>
          <ac:spMkLst>
            <pc:docMk/>
            <pc:sldMk cId="0" sldId="256"/>
            <ac:spMk id="10" creationId="{0680B5D0-24EC-465A-A0E6-C4DF951E0043}"/>
          </ac:spMkLst>
        </pc:spChg>
        <pc:spChg chg="add">
          <ac:chgData name="Rathotse, Agobokwe" userId="39e549c8-f35b-41bc-9ec2-94c620546e62" providerId="ADAL" clId="{D1E6E22A-E7DA-4C10-A9D7-AD2B84D4BEDE}" dt="2026-06-15T10:36:28.670" v="2" actId="26606"/>
          <ac:spMkLst>
            <pc:docMk/>
            <pc:sldMk cId="0" sldId="256"/>
            <ac:spMk id="12" creationId="{30BF1B50-A83E-4ED6-A2AA-C943C1F89F85}"/>
          </ac:spMkLst>
        </pc:spChg>
        <pc:spChg chg="add">
          <ac:chgData name="Rathotse, Agobokwe" userId="39e549c8-f35b-41bc-9ec2-94c620546e62" providerId="ADAL" clId="{D1E6E22A-E7DA-4C10-A9D7-AD2B84D4BEDE}" dt="2026-06-15T10:36:28.670" v="2" actId="26606"/>
          <ac:spMkLst>
            <pc:docMk/>
            <pc:sldMk cId="0" sldId="256"/>
            <ac:spMk id="14" creationId="{1F31E8B2-210B-4B90-83BB-3B180732EF38}"/>
          </ac:spMkLst>
        </pc:spChg>
        <pc:spChg chg="add">
          <ac:chgData name="Rathotse, Agobokwe" userId="39e549c8-f35b-41bc-9ec2-94c620546e62" providerId="ADAL" clId="{D1E6E22A-E7DA-4C10-A9D7-AD2B84D4BEDE}" dt="2026-06-15T10:36:28.670" v="2" actId="26606"/>
          <ac:spMkLst>
            <pc:docMk/>
            <pc:sldMk cId="0" sldId="256"/>
            <ac:spMk id="16" creationId="{6B387409-2B98-40F8-A65F-EF7CF989512F}"/>
          </ac:spMkLst>
        </pc:spChg>
        <pc:grpChg chg="add">
          <ac:chgData name="Rathotse, Agobokwe" userId="39e549c8-f35b-41bc-9ec2-94c620546e62" providerId="ADAL" clId="{D1E6E22A-E7DA-4C10-A9D7-AD2B84D4BEDE}" dt="2026-06-15T10:36:28.670" v="2" actId="26606"/>
          <ac:grpSpMkLst>
            <pc:docMk/>
            <pc:sldMk cId="0" sldId="256"/>
            <ac:grpSpMk id="18" creationId="{C9E5F284-A588-4AE7-A36D-1C93E4FD0241}"/>
          </ac:grpSpMkLst>
        </pc:grpChg>
        <pc:picChg chg="add">
          <ac:chgData name="Rathotse, Agobokwe" userId="39e549c8-f35b-41bc-9ec2-94c620546e62" providerId="ADAL" clId="{D1E6E22A-E7DA-4C10-A9D7-AD2B84D4BEDE}" dt="2026-06-15T10:36:28.670" v="2" actId="26606"/>
          <ac:picMkLst>
            <pc:docMk/>
            <pc:sldMk cId="0" sldId="256"/>
            <ac:picMk id="7" creationId="{45609677-1F74-FC51-E709-61DCC04C8DF1}"/>
          </ac:picMkLst>
        </pc:picChg>
      </pc:sldChg>
      <pc:sldChg chg="addSp delSp modSp mod setBg">
        <pc:chgData name="Rathotse, Agobokwe" userId="39e549c8-f35b-41bc-9ec2-94c620546e62" providerId="ADAL" clId="{D1E6E22A-E7DA-4C10-A9D7-AD2B84D4BEDE}" dt="2026-06-15T10:38:11.826" v="15" actId="26606"/>
        <pc:sldMkLst>
          <pc:docMk/>
          <pc:sldMk cId="0" sldId="257"/>
        </pc:sldMkLst>
        <pc:spChg chg="mod">
          <ac:chgData name="Rathotse, Agobokwe" userId="39e549c8-f35b-41bc-9ec2-94c620546e62" providerId="ADAL" clId="{D1E6E22A-E7DA-4C10-A9D7-AD2B84D4BEDE}" dt="2026-06-15T10:38:11.826" v="15" actId="26606"/>
          <ac:spMkLst>
            <pc:docMk/>
            <pc:sldMk cId="0" sldId="257"/>
            <ac:spMk id="2" creationId="{00000000-0000-0000-0000-000000000000}"/>
          </ac:spMkLst>
        </pc:spChg>
        <pc:spChg chg="add del mod">
          <ac:chgData name="Rathotse, Agobokwe" userId="39e549c8-f35b-41bc-9ec2-94c620546e62" providerId="ADAL" clId="{D1E6E22A-E7DA-4C10-A9D7-AD2B84D4BEDE}" dt="2026-06-15T10:37:48.388" v="11" actId="26606"/>
          <ac:spMkLst>
            <pc:docMk/>
            <pc:sldMk cId="0" sldId="257"/>
            <ac:spMk id="3" creationId="{00000000-0000-0000-0000-000000000000}"/>
          </ac:spMkLst>
        </pc:spChg>
        <pc:spChg chg="add del">
          <ac:chgData name="Rathotse, Agobokwe" userId="39e549c8-f35b-41bc-9ec2-94c620546e62" providerId="ADAL" clId="{D1E6E22A-E7DA-4C10-A9D7-AD2B84D4BEDE}" dt="2026-06-15T10:37:41.496" v="8" actId="26606"/>
          <ac:spMkLst>
            <pc:docMk/>
            <pc:sldMk cId="0" sldId="257"/>
            <ac:spMk id="8" creationId="{E009DD9B-5EE2-4C0D-8B2B-351C8C102205}"/>
          </ac:spMkLst>
        </pc:spChg>
        <pc:spChg chg="add del">
          <ac:chgData name="Rathotse, Agobokwe" userId="39e549c8-f35b-41bc-9ec2-94c620546e62" providerId="ADAL" clId="{D1E6E22A-E7DA-4C10-A9D7-AD2B84D4BEDE}" dt="2026-06-15T10:37:34.513" v="6" actId="26606"/>
          <ac:spMkLst>
            <pc:docMk/>
            <pc:sldMk cId="0" sldId="257"/>
            <ac:spMk id="9" creationId="{3FD711E9-7F79-40A9-8D9E-4AE293C154A5}"/>
          </ac:spMkLst>
        </pc:spChg>
        <pc:spChg chg="add del">
          <ac:chgData name="Rathotse, Agobokwe" userId="39e549c8-f35b-41bc-9ec2-94c620546e62" providerId="ADAL" clId="{D1E6E22A-E7DA-4C10-A9D7-AD2B84D4BEDE}" dt="2026-06-15T10:37:41.496" v="8" actId="26606"/>
          <ac:spMkLst>
            <pc:docMk/>
            <pc:sldMk cId="0" sldId="257"/>
            <ac:spMk id="10" creationId="{E720DB99-7745-4E75-9D96-AAB6D55C531E}"/>
          </ac:spMkLst>
        </pc:spChg>
        <pc:spChg chg="add del">
          <ac:chgData name="Rathotse, Agobokwe" userId="39e549c8-f35b-41bc-9ec2-94c620546e62" providerId="ADAL" clId="{D1E6E22A-E7DA-4C10-A9D7-AD2B84D4BEDE}" dt="2026-06-15T10:37:41.496" v="8" actId="26606"/>
          <ac:spMkLst>
            <pc:docMk/>
            <pc:sldMk cId="0" sldId="257"/>
            <ac:spMk id="11" creationId="{00000000-0000-0000-0000-000000000000}"/>
          </ac:spMkLst>
        </pc:spChg>
        <pc:spChg chg="add del">
          <ac:chgData name="Rathotse, Agobokwe" userId="39e549c8-f35b-41bc-9ec2-94c620546e62" providerId="ADAL" clId="{D1E6E22A-E7DA-4C10-A9D7-AD2B84D4BEDE}" dt="2026-06-15T10:37:41.496" v="8" actId="26606"/>
          <ac:spMkLst>
            <pc:docMk/>
            <pc:sldMk cId="0" sldId="257"/>
            <ac:spMk id="12" creationId="{D68803C4-E159-4360-B7BB-74205C8F782D}"/>
          </ac:spMkLst>
        </pc:spChg>
        <pc:spChg chg="add del">
          <ac:chgData name="Rathotse, Agobokwe" userId="39e549c8-f35b-41bc-9ec2-94c620546e62" providerId="ADAL" clId="{D1E6E22A-E7DA-4C10-A9D7-AD2B84D4BEDE}" dt="2026-06-15T10:37:41.496" v="8" actId="26606"/>
          <ac:spMkLst>
            <pc:docMk/>
            <pc:sldMk cId="0" sldId="257"/>
            <ac:spMk id="14" creationId="{504B0465-3B07-49BF-BEA7-D81476246293}"/>
          </ac:spMkLst>
        </pc:spChg>
        <pc:spChg chg="add del">
          <ac:chgData name="Rathotse, Agobokwe" userId="39e549c8-f35b-41bc-9ec2-94c620546e62" providerId="ADAL" clId="{D1E6E22A-E7DA-4C10-A9D7-AD2B84D4BEDE}" dt="2026-06-15T10:37:41.496" v="8" actId="26606"/>
          <ac:spMkLst>
            <pc:docMk/>
            <pc:sldMk cId="0" sldId="257"/>
            <ac:spMk id="16" creationId="{49B7FFA5-14CB-4A4F-9BCC-CA3AA5D9D276}"/>
          </ac:spMkLst>
        </pc:spChg>
        <pc:spChg chg="add del">
          <ac:chgData name="Rathotse, Agobokwe" userId="39e549c8-f35b-41bc-9ec2-94c620546e62" providerId="ADAL" clId="{D1E6E22A-E7DA-4C10-A9D7-AD2B84D4BEDE}" dt="2026-06-15T10:37:41.496" v="8" actId="26606"/>
          <ac:spMkLst>
            <pc:docMk/>
            <pc:sldMk cId="0" sldId="257"/>
            <ac:spMk id="18" creationId="{04E48745-7512-4EC2-9E20-9092D12150CA}"/>
          </ac:spMkLst>
        </pc:spChg>
        <pc:spChg chg="add del">
          <ac:chgData name="Rathotse, Agobokwe" userId="39e549c8-f35b-41bc-9ec2-94c620546e62" providerId="ADAL" clId="{D1E6E22A-E7DA-4C10-A9D7-AD2B84D4BEDE}" dt="2026-06-15T10:37:48.335" v="10" actId="26606"/>
          <ac:spMkLst>
            <pc:docMk/>
            <pc:sldMk cId="0" sldId="257"/>
            <ac:spMk id="20" creationId="{3FD711E9-7F79-40A9-8D9E-4AE293C154A5}"/>
          </ac:spMkLst>
        </pc:spChg>
        <pc:spChg chg="add del">
          <ac:chgData name="Rathotse, Agobokwe" userId="39e549c8-f35b-41bc-9ec2-94c620546e62" providerId="ADAL" clId="{D1E6E22A-E7DA-4C10-A9D7-AD2B84D4BEDE}" dt="2026-06-15T10:38:11.826" v="15" actId="26606"/>
          <ac:spMkLst>
            <pc:docMk/>
            <pc:sldMk cId="0" sldId="257"/>
            <ac:spMk id="23" creationId="{3C06EAFD-0C69-4B3B-BEA7-E7E11DDF9C43}"/>
          </ac:spMkLst>
        </pc:spChg>
        <pc:spChg chg="add del">
          <ac:chgData name="Rathotse, Agobokwe" userId="39e549c8-f35b-41bc-9ec2-94c620546e62" providerId="ADAL" clId="{D1E6E22A-E7DA-4C10-A9D7-AD2B84D4BEDE}" dt="2026-06-15T10:38:11.826" v="15" actId="26606"/>
          <ac:spMkLst>
            <pc:docMk/>
            <pc:sldMk cId="0" sldId="257"/>
            <ac:spMk id="24" creationId="{A4066C89-42FB-4624-9AFE-3A31B36491B5}"/>
          </ac:spMkLst>
        </pc:spChg>
        <pc:spChg chg="add del mod">
          <ac:chgData name="Rathotse, Agobokwe" userId="39e549c8-f35b-41bc-9ec2-94c620546e62" providerId="ADAL" clId="{D1E6E22A-E7DA-4C10-A9D7-AD2B84D4BEDE}" dt="2026-06-15T10:38:11.826" v="15" actId="26606"/>
          <ac:spMkLst>
            <pc:docMk/>
            <pc:sldMk cId="0" sldId="257"/>
            <ac:spMk id="25" creationId="{00000000-0000-0000-0000-000000000000}"/>
          </ac:spMkLst>
        </pc:spChg>
        <pc:spChg chg="add del">
          <ac:chgData name="Rathotse, Agobokwe" userId="39e549c8-f35b-41bc-9ec2-94c620546e62" providerId="ADAL" clId="{D1E6E22A-E7DA-4C10-A9D7-AD2B84D4BEDE}" dt="2026-06-15T10:38:11.826" v="15" actId="26606"/>
          <ac:spMkLst>
            <pc:docMk/>
            <pc:sldMk cId="0" sldId="257"/>
            <ac:spMk id="26" creationId="{BA218FBC-B2D6-48CA-9289-C4110162EDAD}"/>
          </ac:spMkLst>
        </pc:spChg>
        <pc:spChg chg="add del">
          <ac:chgData name="Rathotse, Agobokwe" userId="39e549c8-f35b-41bc-9ec2-94c620546e62" providerId="ADAL" clId="{D1E6E22A-E7DA-4C10-A9D7-AD2B84D4BEDE}" dt="2026-06-15T10:38:11.826" v="15" actId="26606"/>
          <ac:spMkLst>
            <pc:docMk/>
            <pc:sldMk cId="0" sldId="257"/>
            <ac:spMk id="27" creationId="{2DED9084-49DA-4911-ACB7-5F9E4DEFA039}"/>
          </ac:spMkLst>
        </pc:spChg>
        <pc:spChg chg="add">
          <ac:chgData name="Rathotse, Agobokwe" userId="39e549c8-f35b-41bc-9ec2-94c620546e62" providerId="ADAL" clId="{D1E6E22A-E7DA-4C10-A9D7-AD2B84D4BEDE}" dt="2026-06-15T10:38:11.826" v="15" actId="26606"/>
          <ac:spMkLst>
            <pc:docMk/>
            <pc:sldMk cId="0" sldId="257"/>
            <ac:spMk id="33" creationId="{3FD711E9-7F79-40A9-8D9E-4AE293C154A5}"/>
          </ac:spMkLst>
        </pc:spChg>
        <pc:graphicFrameChg chg="add del">
          <ac:chgData name="Rathotse, Agobokwe" userId="39e549c8-f35b-41bc-9ec2-94c620546e62" providerId="ADAL" clId="{D1E6E22A-E7DA-4C10-A9D7-AD2B84D4BEDE}" dt="2026-06-15T10:37:34.513" v="6" actId="26606"/>
          <ac:graphicFrameMkLst>
            <pc:docMk/>
            <pc:sldMk cId="0" sldId="257"/>
            <ac:graphicFrameMk id="5" creationId="{38B2F81B-8803-6370-2978-6F985FB5F10A}"/>
          </ac:graphicFrameMkLst>
        </pc:graphicFrameChg>
        <pc:graphicFrameChg chg="add del">
          <ac:chgData name="Rathotse, Agobokwe" userId="39e549c8-f35b-41bc-9ec2-94c620546e62" providerId="ADAL" clId="{D1E6E22A-E7DA-4C10-A9D7-AD2B84D4BEDE}" dt="2026-06-15T10:37:48.335" v="10" actId="26606"/>
          <ac:graphicFrameMkLst>
            <pc:docMk/>
            <pc:sldMk cId="0" sldId="257"/>
            <ac:graphicFrameMk id="21" creationId="{58262914-E3A4-E14C-2F39-F639E0F5C52A}"/>
          </ac:graphicFrameMkLst>
        </pc:graphicFrameChg>
        <pc:graphicFrameChg chg="add">
          <ac:chgData name="Rathotse, Agobokwe" userId="39e549c8-f35b-41bc-9ec2-94c620546e62" providerId="ADAL" clId="{D1E6E22A-E7DA-4C10-A9D7-AD2B84D4BEDE}" dt="2026-06-15T10:38:11.826" v="15" actId="26606"/>
          <ac:graphicFrameMkLst>
            <pc:docMk/>
            <pc:sldMk cId="0" sldId="257"/>
            <ac:graphicFrameMk id="29" creationId="{ADC54344-7420-368E-BA73-83FD8C81F5BE}"/>
          </ac:graphicFrameMkLst>
        </pc:graphicFrameChg>
      </pc:sldChg>
      <pc:sldChg chg="addSp modSp mod setBg">
        <pc:chgData name="Rathotse, Agobokwe" userId="39e549c8-f35b-41bc-9ec2-94c620546e62" providerId="ADAL" clId="{D1E6E22A-E7DA-4C10-A9D7-AD2B84D4BEDE}" dt="2026-06-15T16:30:34.906" v="89" actId="26606"/>
        <pc:sldMkLst>
          <pc:docMk/>
          <pc:sldMk cId="0" sldId="258"/>
        </pc:sldMkLst>
        <pc:spChg chg="mod">
          <ac:chgData name="Rathotse, Agobokwe" userId="39e549c8-f35b-41bc-9ec2-94c620546e62" providerId="ADAL" clId="{D1E6E22A-E7DA-4C10-A9D7-AD2B84D4BEDE}" dt="2026-06-15T16:30:34.906" v="89" actId="26606"/>
          <ac:spMkLst>
            <pc:docMk/>
            <pc:sldMk cId="0" sldId="258"/>
            <ac:spMk id="2" creationId="{00000000-0000-0000-0000-000000000000}"/>
          </ac:spMkLst>
        </pc:spChg>
        <pc:spChg chg="mod">
          <ac:chgData name="Rathotse, Agobokwe" userId="39e549c8-f35b-41bc-9ec2-94c620546e62" providerId="ADAL" clId="{D1E6E22A-E7DA-4C10-A9D7-AD2B84D4BEDE}" dt="2026-06-15T16:30:34.906" v="89" actId="26606"/>
          <ac:spMkLst>
            <pc:docMk/>
            <pc:sldMk cId="0" sldId="258"/>
            <ac:spMk id="3" creationId="{00000000-0000-0000-0000-000000000000}"/>
          </ac:spMkLst>
        </pc:spChg>
        <pc:spChg chg="add">
          <ac:chgData name="Rathotse, Agobokwe" userId="39e549c8-f35b-41bc-9ec2-94c620546e62" providerId="ADAL" clId="{D1E6E22A-E7DA-4C10-A9D7-AD2B84D4BEDE}" dt="2026-06-15T16:30:34.906" v="89" actId="26606"/>
          <ac:spMkLst>
            <pc:docMk/>
            <pc:sldMk cId="0" sldId="258"/>
            <ac:spMk id="9" creationId="{89C8D586-1ECD-4981-BED2-97336112C0AD}"/>
          </ac:spMkLst>
        </pc:spChg>
        <pc:grpChg chg="add">
          <ac:chgData name="Rathotse, Agobokwe" userId="39e549c8-f35b-41bc-9ec2-94c620546e62" providerId="ADAL" clId="{D1E6E22A-E7DA-4C10-A9D7-AD2B84D4BEDE}" dt="2026-06-15T16:30:34.906" v="89" actId="26606"/>
          <ac:grpSpMkLst>
            <pc:docMk/>
            <pc:sldMk cId="0" sldId="258"/>
            <ac:grpSpMk id="11" creationId="{AF001A23-2767-4A31-BD30-56112DE9527E}"/>
          </ac:grpSpMkLst>
        </pc:grpChg>
        <pc:picChg chg="add">
          <ac:chgData name="Rathotse, Agobokwe" userId="39e549c8-f35b-41bc-9ec2-94c620546e62" providerId="ADAL" clId="{D1E6E22A-E7DA-4C10-A9D7-AD2B84D4BEDE}" dt="2026-06-15T16:30:34.906" v="89" actId="26606"/>
          <ac:picMkLst>
            <pc:docMk/>
            <pc:sldMk cId="0" sldId="258"/>
            <ac:picMk id="5" creationId="{7AA450B2-CEC5-5EDA-1D99-4E797B062A10}"/>
          </ac:picMkLst>
        </pc:picChg>
      </pc:sldChg>
      <pc:sldChg chg="addSp delSp modSp mod setBg">
        <pc:chgData name="Rathotse, Agobokwe" userId="39e549c8-f35b-41bc-9ec2-94c620546e62" providerId="ADAL" clId="{D1E6E22A-E7DA-4C10-A9D7-AD2B84D4BEDE}" dt="2026-06-15T16:30:56.469" v="96" actId="26606"/>
        <pc:sldMkLst>
          <pc:docMk/>
          <pc:sldMk cId="0" sldId="259"/>
        </pc:sldMkLst>
        <pc:spChg chg="mod">
          <ac:chgData name="Rathotse, Agobokwe" userId="39e549c8-f35b-41bc-9ec2-94c620546e62" providerId="ADAL" clId="{D1E6E22A-E7DA-4C10-A9D7-AD2B84D4BEDE}" dt="2026-06-15T16:30:47.204" v="91" actId="26606"/>
          <ac:spMkLst>
            <pc:docMk/>
            <pc:sldMk cId="0" sldId="259"/>
            <ac:spMk id="2" creationId="{00000000-0000-0000-0000-000000000000}"/>
          </ac:spMkLst>
        </pc:spChg>
        <pc:spChg chg="add del mod">
          <ac:chgData name="Rathotse, Agobokwe" userId="39e549c8-f35b-41bc-9ec2-94c620546e62" providerId="ADAL" clId="{D1E6E22A-E7DA-4C10-A9D7-AD2B84D4BEDE}" dt="2026-06-15T16:30:56.469" v="96" actId="26606"/>
          <ac:spMkLst>
            <pc:docMk/>
            <pc:sldMk cId="0" sldId="259"/>
            <ac:spMk id="3" creationId="{00000000-0000-0000-0000-000000000000}"/>
          </ac:spMkLst>
        </pc:spChg>
        <pc:spChg chg="add del">
          <ac:chgData name="Rathotse, Agobokwe" userId="39e549c8-f35b-41bc-9ec2-94c620546e62" providerId="ADAL" clId="{D1E6E22A-E7DA-4C10-A9D7-AD2B84D4BEDE}" dt="2026-06-15T16:30:47.204" v="91" actId="26606"/>
          <ac:spMkLst>
            <pc:docMk/>
            <pc:sldMk cId="0" sldId="259"/>
            <ac:spMk id="8" creationId="{56B66E70-9451-4286-A0C2-6CF108FE8143}"/>
          </ac:spMkLst>
        </pc:spChg>
        <pc:spChg chg="add del">
          <ac:chgData name="Rathotse, Agobokwe" userId="39e549c8-f35b-41bc-9ec2-94c620546e62" providerId="ADAL" clId="{D1E6E22A-E7DA-4C10-A9D7-AD2B84D4BEDE}" dt="2026-06-15T16:30:47.204" v="91" actId="26606"/>
          <ac:spMkLst>
            <pc:docMk/>
            <pc:sldMk cId="0" sldId="259"/>
            <ac:spMk id="10" creationId="{2A4B0696-68E2-40ED-B597-4B8738754428}"/>
          </ac:spMkLst>
        </pc:spChg>
        <pc:spChg chg="add del">
          <ac:chgData name="Rathotse, Agobokwe" userId="39e549c8-f35b-41bc-9ec2-94c620546e62" providerId="ADAL" clId="{D1E6E22A-E7DA-4C10-A9D7-AD2B84D4BEDE}" dt="2026-06-15T16:30:47.204" v="91" actId="26606"/>
          <ac:spMkLst>
            <pc:docMk/>
            <pc:sldMk cId="0" sldId="259"/>
            <ac:spMk id="12" creationId="{A19EF1B4-0F49-44D2-AE21-263819BFBC9B}"/>
          </ac:spMkLst>
        </pc:spChg>
        <pc:grpChg chg="add del">
          <ac:chgData name="Rathotse, Agobokwe" userId="39e549c8-f35b-41bc-9ec2-94c620546e62" providerId="ADAL" clId="{D1E6E22A-E7DA-4C10-A9D7-AD2B84D4BEDE}" dt="2026-06-15T16:30:47.204" v="91" actId="26606"/>
          <ac:grpSpMkLst>
            <pc:docMk/>
            <pc:sldMk cId="0" sldId="259"/>
            <ac:grpSpMk id="14" creationId="{2B69B0BE-E00A-432A-98D1-A47B82C1636F}"/>
          </ac:grpSpMkLst>
        </pc:grpChg>
        <pc:graphicFrameChg chg="add del">
          <ac:chgData name="Rathotse, Agobokwe" userId="39e549c8-f35b-41bc-9ec2-94c620546e62" providerId="ADAL" clId="{D1E6E22A-E7DA-4C10-A9D7-AD2B84D4BEDE}" dt="2026-06-15T16:30:54.055" v="93" actId="26606"/>
          <ac:graphicFrameMkLst>
            <pc:docMk/>
            <pc:sldMk cId="0" sldId="259"/>
            <ac:graphicFrameMk id="5" creationId="{19EE704D-482A-90FF-9E5F-83BDE81CF6CF}"/>
          </ac:graphicFrameMkLst>
        </pc:graphicFrameChg>
        <pc:graphicFrameChg chg="add del">
          <ac:chgData name="Rathotse, Agobokwe" userId="39e549c8-f35b-41bc-9ec2-94c620546e62" providerId="ADAL" clId="{D1E6E22A-E7DA-4C10-A9D7-AD2B84D4BEDE}" dt="2026-06-15T16:30:56.445" v="95" actId="26606"/>
          <ac:graphicFrameMkLst>
            <pc:docMk/>
            <pc:sldMk cId="0" sldId="259"/>
            <ac:graphicFrameMk id="7" creationId="{6477829C-7A71-BADB-4012-0A340FCDA3D7}"/>
          </ac:graphicFrameMkLst>
        </pc:graphicFrameChg>
        <pc:graphicFrameChg chg="add">
          <ac:chgData name="Rathotse, Agobokwe" userId="39e549c8-f35b-41bc-9ec2-94c620546e62" providerId="ADAL" clId="{D1E6E22A-E7DA-4C10-A9D7-AD2B84D4BEDE}" dt="2026-06-15T16:30:56.469" v="96" actId="26606"/>
          <ac:graphicFrameMkLst>
            <pc:docMk/>
            <pc:sldMk cId="0" sldId="259"/>
            <ac:graphicFrameMk id="9" creationId="{5B88F611-E132-C563-46DE-0FC8B437092D}"/>
          </ac:graphicFrameMkLst>
        </pc:graphicFrameChg>
      </pc:sldChg>
      <pc:sldChg chg="addSp modSp mod setBg">
        <pc:chgData name="Rathotse, Agobokwe" userId="39e549c8-f35b-41bc-9ec2-94c620546e62" providerId="ADAL" clId="{D1E6E22A-E7DA-4C10-A9D7-AD2B84D4BEDE}" dt="2026-06-15T16:31:21.320" v="97" actId="26606"/>
        <pc:sldMkLst>
          <pc:docMk/>
          <pc:sldMk cId="0" sldId="260"/>
        </pc:sldMkLst>
        <pc:spChg chg="mod">
          <ac:chgData name="Rathotse, Agobokwe" userId="39e549c8-f35b-41bc-9ec2-94c620546e62" providerId="ADAL" clId="{D1E6E22A-E7DA-4C10-A9D7-AD2B84D4BEDE}" dt="2026-06-15T16:31:21.320" v="97" actId="26606"/>
          <ac:spMkLst>
            <pc:docMk/>
            <pc:sldMk cId="0" sldId="260"/>
            <ac:spMk id="2" creationId="{00000000-0000-0000-0000-000000000000}"/>
          </ac:spMkLst>
        </pc:spChg>
        <pc:spChg chg="mod">
          <ac:chgData name="Rathotse, Agobokwe" userId="39e549c8-f35b-41bc-9ec2-94c620546e62" providerId="ADAL" clId="{D1E6E22A-E7DA-4C10-A9D7-AD2B84D4BEDE}" dt="2026-06-15T16:31:21.320" v="97" actId="26606"/>
          <ac:spMkLst>
            <pc:docMk/>
            <pc:sldMk cId="0" sldId="260"/>
            <ac:spMk id="3" creationId="{00000000-0000-0000-0000-000000000000}"/>
          </ac:spMkLst>
        </pc:spChg>
        <pc:spChg chg="add">
          <ac:chgData name="Rathotse, Agobokwe" userId="39e549c8-f35b-41bc-9ec2-94c620546e62" providerId="ADAL" clId="{D1E6E22A-E7DA-4C10-A9D7-AD2B84D4BEDE}" dt="2026-06-15T16:31:21.320" v="97" actId="26606"/>
          <ac:spMkLst>
            <pc:docMk/>
            <pc:sldMk cId="0" sldId="260"/>
            <ac:spMk id="8" creationId="{9A3D0CE2-91FF-49B3-A5D8-181E900D7501}"/>
          </ac:spMkLst>
        </pc:spChg>
        <pc:spChg chg="add">
          <ac:chgData name="Rathotse, Agobokwe" userId="39e549c8-f35b-41bc-9ec2-94c620546e62" providerId="ADAL" clId="{D1E6E22A-E7DA-4C10-A9D7-AD2B84D4BEDE}" dt="2026-06-15T16:31:21.320" v="97" actId="26606"/>
          <ac:spMkLst>
            <pc:docMk/>
            <pc:sldMk cId="0" sldId="260"/>
            <ac:spMk id="10" creationId="{58AEBD96-C315-4F53-9D9E-0E20E993EBFA}"/>
          </ac:spMkLst>
        </pc:spChg>
        <pc:spChg chg="add">
          <ac:chgData name="Rathotse, Agobokwe" userId="39e549c8-f35b-41bc-9ec2-94c620546e62" providerId="ADAL" clId="{D1E6E22A-E7DA-4C10-A9D7-AD2B84D4BEDE}" dt="2026-06-15T16:31:21.320" v="97" actId="26606"/>
          <ac:spMkLst>
            <pc:docMk/>
            <pc:sldMk cId="0" sldId="260"/>
            <ac:spMk id="12" creationId="{78916AAA-66F6-4DFA-88ED-7E27CF6B8DAD}"/>
          </ac:spMkLst>
        </pc:spChg>
        <pc:spChg chg="add">
          <ac:chgData name="Rathotse, Agobokwe" userId="39e549c8-f35b-41bc-9ec2-94c620546e62" providerId="ADAL" clId="{D1E6E22A-E7DA-4C10-A9D7-AD2B84D4BEDE}" dt="2026-06-15T16:31:21.320" v="97" actId="26606"/>
          <ac:spMkLst>
            <pc:docMk/>
            <pc:sldMk cId="0" sldId="260"/>
            <ac:spMk id="18" creationId="{48FDEBDB-5859-4B9E-8810-2C5CFED093F3}"/>
          </ac:spMkLst>
        </pc:spChg>
        <pc:grpChg chg="add">
          <ac:chgData name="Rathotse, Agobokwe" userId="39e549c8-f35b-41bc-9ec2-94c620546e62" providerId="ADAL" clId="{D1E6E22A-E7DA-4C10-A9D7-AD2B84D4BEDE}" dt="2026-06-15T16:31:21.320" v="97" actId="26606"/>
          <ac:grpSpMkLst>
            <pc:docMk/>
            <pc:sldMk cId="0" sldId="260"/>
            <ac:grpSpMk id="14" creationId="{A137D43F-BAD6-47F1-AA65-AEEA38A2FF30}"/>
          </ac:grpSpMkLst>
        </pc:grpChg>
        <pc:cxnChg chg="add">
          <ac:chgData name="Rathotse, Agobokwe" userId="39e549c8-f35b-41bc-9ec2-94c620546e62" providerId="ADAL" clId="{D1E6E22A-E7DA-4C10-A9D7-AD2B84D4BEDE}" dt="2026-06-15T16:31:21.320" v="97" actId="26606"/>
          <ac:cxnSpMkLst>
            <pc:docMk/>
            <pc:sldMk cId="0" sldId="260"/>
            <ac:cxnSpMk id="20" creationId="{B1D1A340-723B-4014-B5FE-204F06273136}"/>
          </ac:cxnSpMkLst>
        </pc:cxnChg>
      </pc:sldChg>
      <pc:sldChg chg="addSp delSp modSp mod setBg">
        <pc:chgData name="Rathotse, Agobokwe" userId="39e549c8-f35b-41bc-9ec2-94c620546e62" providerId="ADAL" clId="{D1E6E22A-E7DA-4C10-A9D7-AD2B84D4BEDE}" dt="2026-06-15T16:31:27.302" v="98" actId="26606"/>
        <pc:sldMkLst>
          <pc:docMk/>
          <pc:sldMk cId="0" sldId="261"/>
        </pc:sldMkLst>
        <pc:spChg chg="mod">
          <ac:chgData name="Rathotse, Agobokwe" userId="39e549c8-f35b-41bc-9ec2-94c620546e62" providerId="ADAL" clId="{D1E6E22A-E7DA-4C10-A9D7-AD2B84D4BEDE}" dt="2026-06-15T16:31:27.302" v="98" actId="26606"/>
          <ac:spMkLst>
            <pc:docMk/>
            <pc:sldMk cId="0" sldId="261"/>
            <ac:spMk id="2" creationId="{00000000-0000-0000-0000-000000000000}"/>
          </ac:spMkLst>
        </pc:spChg>
        <pc:spChg chg="del mod">
          <ac:chgData name="Rathotse, Agobokwe" userId="39e549c8-f35b-41bc-9ec2-94c620546e62" providerId="ADAL" clId="{D1E6E22A-E7DA-4C10-A9D7-AD2B84D4BEDE}" dt="2026-06-15T16:31:27.302" v="98" actId="26606"/>
          <ac:spMkLst>
            <pc:docMk/>
            <pc:sldMk cId="0" sldId="261"/>
            <ac:spMk id="3" creationId="{00000000-0000-0000-0000-000000000000}"/>
          </ac:spMkLst>
        </pc:spChg>
        <pc:spChg chg="add">
          <ac:chgData name="Rathotse, Agobokwe" userId="39e549c8-f35b-41bc-9ec2-94c620546e62" providerId="ADAL" clId="{D1E6E22A-E7DA-4C10-A9D7-AD2B84D4BEDE}" dt="2026-06-15T16:31:27.302" v="98" actId="26606"/>
          <ac:spMkLst>
            <pc:docMk/>
            <pc:sldMk cId="0" sldId="261"/>
            <ac:spMk id="9" creationId="{5118BA95-03E7-41B7-B442-0AF8C0A7FF68}"/>
          </ac:spMkLst>
        </pc:spChg>
        <pc:spChg chg="add">
          <ac:chgData name="Rathotse, Agobokwe" userId="39e549c8-f35b-41bc-9ec2-94c620546e62" providerId="ADAL" clId="{D1E6E22A-E7DA-4C10-A9D7-AD2B84D4BEDE}" dt="2026-06-15T16:31:27.302" v="98" actId="26606"/>
          <ac:spMkLst>
            <pc:docMk/>
            <pc:sldMk cId="0" sldId="261"/>
            <ac:spMk id="11" creationId="{059D8741-EAD6-41B1-A882-70D70FC35821}"/>
          </ac:spMkLst>
        </pc:spChg>
        <pc:spChg chg="add">
          <ac:chgData name="Rathotse, Agobokwe" userId="39e549c8-f35b-41bc-9ec2-94c620546e62" providerId="ADAL" clId="{D1E6E22A-E7DA-4C10-A9D7-AD2B84D4BEDE}" dt="2026-06-15T16:31:27.302" v="98" actId="26606"/>
          <ac:spMkLst>
            <pc:docMk/>
            <pc:sldMk cId="0" sldId="261"/>
            <ac:spMk id="13" creationId="{45444F36-3103-4D11-A25F-C054D4606DA4}"/>
          </ac:spMkLst>
        </pc:spChg>
        <pc:spChg chg="add">
          <ac:chgData name="Rathotse, Agobokwe" userId="39e549c8-f35b-41bc-9ec2-94c620546e62" providerId="ADAL" clId="{D1E6E22A-E7DA-4C10-A9D7-AD2B84D4BEDE}" dt="2026-06-15T16:31:27.302" v="98" actId="26606"/>
          <ac:spMkLst>
            <pc:docMk/>
            <pc:sldMk cId="0" sldId="261"/>
            <ac:spMk id="15" creationId="{AD9B3EAD-A2B3-42C4-927C-3455E3E69EE6}"/>
          </ac:spMkLst>
        </pc:spChg>
        <pc:graphicFrameChg chg="add">
          <ac:chgData name="Rathotse, Agobokwe" userId="39e549c8-f35b-41bc-9ec2-94c620546e62" providerId="ADAL" clId="{D1E6E22A-E7DA-4C10-A9D7-AD2B84D4BEDE}" dt="2026-06-15T16:31:27.302" v="98" actId="26606"/>
          <ac:graphicFrameMkLst>
            <pc:docMk/>
            <pc:sldMk cId="0" sldId="261"/>
            <ac:graphicFrameMk id="5" creationId="{FDAF9B4A-A765-D309-8E0C-5CB7366362C5}"/>
          </ac:graphicFrameMkLst>
        </pc:graphicFrameChg>
      </pc:sldChg>
      <pc:sldChg chg="addSp delSp modSp mod">
        <pc:chgData name="Rathotse, Agobokwe" userId="39e549c8-f35b-41bc-9ec2-94c620546e62" providerId="ADAL" clId="{D1E6E22A-E7DA-4C10-A9D7-AD2B84D4BEDE}" dt="2026-06-15T16:31:42.505" v="99" actId="26606"/>
        <pc:sldMkLst>
          <pc:docMk/>
          <pc:sldMk cId="0" sldId="262"/>
        </pc:sldMkLst>
        <pc:spChg chg="mod">
          <ac:chgData name="Rathotse, Agobokwe" userId="39e549c8-f35b-41bc-9ec2-94c620546e62" providerId="ADAL" clId="{D1E6E22A-E7DA-4C10-A9D7-AD2B84D4BEDE}" dt="2026-06-15T10:36:14.645" v="1"/>
          <ac:spMkLst>
            <pc:docMk/>
            <pc:sldMk cId="0" sldId="262"/>
            <ac:spMk id="2" creationId="{00000000-0000-0000-0000-000000000000}"/>
          </ac:spMkLst>
        </pc:spChg>
        <pc:spChg chg="del mod">
          <ac:chgData name="Rathotse, Agobokwe" userId="39e549c8-f35b-41bc-9ec2-94c620546e62" providerId="ADAL" clId="{D1E6E22A-E7DA-4C10-A9D7-AD2B84D4BEDE}" dt="2026-06-15T16:31:42.505" v="99" actId="26606"/>
          <ac:spMkLst>
            <pc:docMk/>
            <pc:sldMk cId="0" sldId="262"/>
            <ac:spMk id="3" creationId="{00000000-0000-0000-0000-000000000000}"/>
          </ac:spMkLst>
        </pc:spChg>
        <pc:graphicFrameChg chg="add">
          <ac:chgData name="Rathotse, Agobokwe" userId="39e549c8-f35b-41bc-9ec2-94c620546e62" providerId="ADAL" clId="{D1E6E22A-E7DA-4C10-A9D7-AD2B84D4BEDE}" dt="2026-06-15T16:31:42.505" v="99" actId="26606"/>
          <ac:graphicFrameMkLst>
            <pc:docMk/>
            <pc:sldMk cId="0" sldId="262"/>
            <ac:graphicFrameMk id="5" creationId="{E0545D6A-BE0B-DE48-8487-D8BB61549A19}"/>
          </ac:graphicFrameMkLst>
        </pc:graphicFrameChg>
      </pc:sldChg>
      <pc:sldChg chg="addSp delSp modSp mod setBg">
        <pc:chgData name="Rathotse, Agobokwe" userId="39e549c8-f35b-41bc-9ec2-94c620546e62" providerId="ADAL" clId="{D1E6E22A-E7DA-4C10-A9D7-AD2B84D4BEDE}" dt="2026-06-15T16:31:49.274" v="100" actId="26606"/>
        <pc:sldMkLst>
          <pc:docMk/>
          <pc:sldMk cId="0" sldId="263"/>
        </pc:sldMkLst>
        <pc:spChg chg="mod">
          <ac:chgData name="Rathotse, Agobokwe" userId="39e549c8-f35b-41bc-9ec2-94c620546e62" providerId="ADAL" clId="{D1E6E22A-E7DA-4C10-A9D7-AD2B84D4BEDE}" dt="2026-06-15T16:31:49.274" v="100" actId="26606"/>
          <ac:spMkLst>
            <pc:docMk/>
            <pc:sldMk cId="0" sldId="263"/>
            <ac:spMk id="2" creationId="{00000000-0000-0000-0000-000000000000}"/>
          </ac:spMkLst>
        </pc:spChg>
        <pc:spChg chg="del mod">
          <ac:chgData name="Rathotse, Agobokwe" userId="39e549c8-f35b-41bc-9ec2-94c620546e62" providerId="ADAL" clId="{D1E6E22A-E7DA-4C10-A9D7-AD2B84D4BEDE}" dt="2026-06-15T16:31:49.274" v="100" actId="26606"/>
          <ac:spMkLst>
            <pc:docMk/>
            <pc:sldMk cId="0" sldId="263"/>
            <ac:spMk id="3" creationId="{00000000-0000-0000-0000-000000000000}"/>
          </ac:spMkLst>
        </pc:spChg>
        <pc:spChg chg="add">
          <ac:chgData name="Rathotse, Agobokwe" userId="39e549c8-f35b-41bc-9ec2-94c620546e62" providerId="ADAL" clId="{D1E6E22A-E7DA-4C10-A9D7-AD2B84D4BEDE}" dt="2026-06-15T16:31:49.274" v="100" actId="26606"/>
          <ac:spMkLst>
            <pc:docMk/>
            <pc:sldMk cId="0" sldId="263"/>
            <ac:spMk id="9" creationId="{3FD711E9-7F79-40A9-8D9E-4AE293C154A5}"/>
          </ac:spMkLst>
        </pc:spChg>
        <pc:graphicFrameChg chg="add">
          <ac:chgData name="Rathotse, Agobokwe" userId="39e549c8-f35b-41bc-9ec2-94c620546e62" providerId="ADAL" clId="{D1E6E22A-E7DA-4C10-A9D7-AD2B84D4BEDE}" dt="2026-06-15T16:31:49.274" v="100" actId="26606"/>
          <ac:graphicFrameMkLst>
            <pc:docMk/>
            <pc:sldMk cId="0" sldId="263"/>
            <ac:graphicFrameMk id="5" creationId="{E51849A3-BF9E-76A9-51C2-0AFFC4034BDF}"/>
          </ac:graphicFrameMkLst>
        </pc:graphicFrameChg>
      </pc:sldChg>
      <pc:sldChg chg="modSp del mod">
        <pc:chgData name="Rathotse, Agobokwe" userId="39e549c8-f35b-41bc-9ec2-94c620546e62" providerId="ADAL" clId="{D1E6E22A-E7DA-4C10-A9D7-AD2B84D4BEDE}" dt="2026-06-15T16:27:27.968" v="72" actId="47"/>
        <pc:sldMkLst>
          <pc:docMk/>
          <pc:sldMk cId="0" sldId="264"/>
        </pc:sldMkLst>
        <pc:spChg chg="mod">
          <ac:chgData name="Rathotse, Agobokwe" userId="39e549c8-f35b-41bc-9ec2-94c620546e62" providerId="ADAL" clId="{D1E6E22A-E7DA-4C10-A9D7-AD2B84D4BEDE}" dt="2026-06-15T10:36:14.645" v="1"/>
          <ac:spMkLst>
            <pc:docMk/>
            <pc:sldMk cId="0" sldId="264"/>
            <ac:spMk id="2" creationId="{00000000-0000-0000-0000-000000000000}"/>
          </ac:spMkLst>
        </pc:spChg>
        <pc:spChg chg="mod">
          <ac:chgData name="Rathotse, Agobokwe" userId="39e549c8-f35b-41bc-9ec2-94c620546e62" providerId="ADAL" clId="{D1E6E22A-E7DA-4C10-A9D7-AD2B84D4BEDE}" dt="2026-06-15T16:27:16.117" v="69" actId="21"/>
          <ac:spMkLst>
            <pc:docMk/>
            <pc:sldMk cId="0" sldId="264"/>
            <ac:spMk id="3" creationId="{00000000-0000-0000-0000-000000000000}"/>
          </ac:spMkLst>
        </pc:spChg>
      </pc:sldChg>
      <pc:sldChg chg="addSp delSp modSp del mod chgLayout">
        <pc:chgData name="Rathotse, Agobokwe" userId="39e549c8-f35b-41bc-9ec2-94c620546e62" providerId="ADAL" clId="{D1E6E22A-E7DA-4C10-A9D7-AD2B84D4BEDE}" dt="2026-06-15T16:30:25.075" v="88" actId="2696"/>
        <pc:sldMkLst>
          <pc:docMk/>
          <pc:sldMk cId="0" sldId="265"/>
        </pc:sldMkLst>
        <pc:spChg chg="del mod">
          <ac:chgData name="Rathotse, Agobokwe" userId="39e549c8-f35b-41bc-9ec2-94c620546e62" providerId="ADAL" clId="{D1E6E22A-E7DA-4C10-A9D7-AD2B84D4BEDE}" dt="2026-06-15T16:28:04.949" v="79" actId="21"/>
          <ac:spMkLst>
            <pc:docMk/>
            <pc:sldMk cId="0" sldId="265"/>
            <ac:spMk id="2" creationId="{00000000-0000-0000-0000-000000000000}"/>
          </ac:spMkLst>
        </pc:spChg>
        <pc:spChg chg="del mod">
          <ac:chgData name="Rathotse, Agobokwe" userId="39e549c8-f35b-41bc-9ec2-94c620546e62" providerId="ADAL" clId="{D1E6E22A-E7DA-4C10-A9D7-AD2B84D4BEDE}" dt="2026-06-15T16:27:54.064" v="78" actId="478"/>
          <ac:spMkLst>
            <pc:docMk/>
            <pc:sldMk cId="0" sldId="265"/>
            <ac:spMk id="3" creationId="{00000000-0000-0000-0000-000000000000}"/>
          </ac:spMkLst>
        </pc:spChg>
        <pc:spChg chg="add mod">
          <ac:chgData name="Rathotse, Agobokwe" userId="39e549c8-f35b-41bc-9ec2-94c620546e62" providerId="ADAL" clId="{D1E6E22A-E7DA-4C10-A9D7-AD2B84D4BEDE}" dt="2026-06-15T16:28:27.243" v="80" actId="6264"/>
          <ac:spMkLst>
            <pc:docMk/>
            <pc:sldMk cId="0" sldId="265"/>
            <ac:spMk id="4" creationId="{D556AC98-F8CF-B7A0-557E-3413A4C16CF0}"/>
          </ac:spMkLst>
        </pc:spChg>
        <pc:spChg chg="add mod">
          <ac:chgData name="Rathotse, Agobokwe" userId="39e549c8-f35b-41bc-9ec2-94c620546e62" providerId="ADAL" clId="{D1E6E22A-E7DA-4C10-A9D7-AD2B84D4BEDE}" dt="2026-06-15T16:28:27.243" v="80" actId="6264"/>
          <ac:spMkLst>
            <pc:docMk/>
            <pc:sldMk cId="0" sldId="265"/>
            <ac:spMk id="5" creationId="{D51A5C9F-5329-BBB4-0E20-02F1124B53A0}"/>
          </ac:spMkLst>
        </pc:spChg>
      </pc:sldChg>
      <pc:sldChg chg="addSp modSp mod setBg">
        <pc:chgData name="Rathotse, Agobokwe" userId="39e549c8-f35b-41bc-9ec2-94c620546e62" providerId="ADAL" clId="{D1E6E22A-E7DA-4C10-A9D7-AD2B84D4BEDE}" dt="2026-06-15T16:31:58.878" v="101" actId="26606"/>
        <pc:sldMkLst>
          <pc:docMk/>
          <pc:sldMk cId="0" sldId="266"/>
        </pc:sldMkLst>
        <pc:spChg chg="mod">
          <ac:chgData name="Rathotse, Agobokwe" userId="39e549c8-f35b-41bc-9ec2-94c620546e62" providerId="ADAL" clId="{D1E6E22A-E7DA-4C10-A9D7-AD2B84D4BEDE}" dt="2026-06-15T16:31:58.878" v="101" actId="26606"/>
          <ac:spMkLst>
            <pc:docMk/>
            <pc:sldMk cId="0" sldId="266"/>
            <ac:spMk id="2" creationId="{00000000-0000-0000-0000-000000000000}"/>
          </ac:spMkLst>
        </pc:spChg>
        <pc:spChg chg="mod">
          <ac:chgData name="Rathotse, Agobokwe" userId="39e549c8-f35b-41bc-9ec2-94c620546e62" providerId="ADAL" clId="{D1E6E22A-E7DA-4C10-A9D7-AD2B84D4BEDE}" dt="2026-06-15T16:31:58.878" v="101" actId="26606"/>
          <ac:spMkLst>
            <pc:docMk/>
            <pc:sldMk cId="0" sldId="266"/>
            <ac:spMk id="3" creationId="{00000000-0000-0000-0000-000000000000}"/>
          </ac:spMkLst>
        </pc:spChg>
        <pc:spChg chg="add">
          <ac:chgData name="Rathotse, Agobokwe" userId="39e549c8-f35b-41bc-9ec2-94c620546e62" providerId="ADAL" clId="{D1E6E22A-E7DA-4C10-A9D7-AD2B84D4BEDE}" dt="2026-06-15T16:31:58.878" v="101" actId="26606"/>
          <ac:spMkLst>
            <pc:docMk/>
            <pc:sldMk cId="0" sldId="266"/>
            <ac:spMk id="8" creationId="{5118BA95-03E7-41B7-B442-0AF8C0A7FF68}"/>
          </ac:spMkLst>
        </pc:spChg>
        <pc:spChg chg="add">
          <ac:chgData name="Rathotse, Agobokwe" userId="39e549c8-f35b-41bc-9ec2-94c620546e62" providerId="ADAL" clId="{D1E6E22A-E7DA-4C10-A9D7-AD2B84D4BEDE}" dt="2026-06-15T16:31:58.878" v="101" actId="26606"/>
          <ac:spMkLst>
            <pc:docMk/>
            <pc:sldMk cId="0" sldId="266"/>
            <ac:spMk id="14" creationId="{AD9B3EAD-A2B3-42C4-927C-3455E3E69EE6}"/>
          </ac:spMkLst>
        </pc:spChg>
        <pc:grpChg chg="add">
          <ac:chgData name="Rathotse, Agobokwe" userId="39e549c8-f35b-41bc-9ec2-94c620546e62" providerId="ADAL" clId="{D1E6E22A-E7DA-4C10-A9D7-AD2B84D4BEDE}" dt="2026-06-15T16:31:58.878" v="101" actId="26606"/>
          <ac:grpSpMkLst>
            <pc:docMk/>
            <pc:sldMk cId="0" sldId="266"/>
            <ac:grpSpMk id="10" creationId="{E799C3D5-7D55-4046-808C-F290F456D6EF}"/>
          </ac:grpSpMkLst>
        </pc:grpChg>
      </pc:sldChg>
      <pc:sldChg chg="addSp modSp mod setBg setClrOvrMap">
        <pc:chgData name="Rathotse, Agobokwe" userId="39e549c8-f35b-41bc-9ec2-94c620546e62" providerId="ADAL" clId="{D1E6E22A-E7DA-4C10-A9D7-AD2B84D4BEDE}" dt="2026-06-15T16:32:14.750" v="102" actId="26606"/>
        <pc:sldMkLst>
          <pc:docMk/>
          <pc:sldMk cId="0" sldId="267"/>
        </pc:sldMkLst>
        <pc:spChg chg="mod">
          <ac:chgData name="Rathotse, Agobokwe" userId="39e549c8-f35b-41bc-9ec2-94c620546e62" providerId="ADAL" clId="{D1E6E22A-E7DA-4C10-A9D7-AD2B84D4BEDE}" dt="2026-06-15T16:32:14.750" v="102" actId="26606"/>
          <ac:spMkLst>
            <pc:docMk/>
            <pc:sldMk cId="0" sldId="267"/>
            <ac:spMk id="2" creationId="{00000000-0000-0000-0000-000000000000}"/>
          </ac:spMkLst>
        </pc:spChg>
        <pc:spChg chg="mod">
          <ac:chgData name="Rathotse, Agobokwe" userId="39e549c8-f35b-41bc-9ec2-94c620546e62" providerId="ADAL" clId="{D1E6E22A-E7DA-4C10-A9D7-AD2B84D4BEDE}" dt="2026-06-15T16:32:14.750" v="102" actId="26606"/>
          <ac:spMkLst>
            <pc:docMk/>
            <pc:sldMk cId="0" sldId="267"/>
            <ac:spMk id="3" creationId="{00000000-0000-0000-0000-000000000000}"/>
          </ac:spMkLst>
        </pc:spChg>
        <pc:spChg chg="add">
          <ac:chgData name="Rathotse, Agobokwe" userId="39e549c8-f35b-41bc-9ec2-94c620546e62" providerId="ADAL" clId="{D1E6E22A-E7DA-4C10-A9D7-AD2B84D4BEDE}" dt="2026-06-15T16:32:14.750" v="102" actId="26606"/>
          <ac:spMkLst>
            <pc:docMk/>
            <pc:sldMk cId="0" sldId="267"/>
            <ac:spMk id="8" creationId="{2427CF8A-A1AE-4DA2-B4D3-DD0D215DEABB}"/>
          </ac:spMkLst>
        </pc:spChg>
        <pc:spChg chg="add">
          <ac:chgData name="Rathotse, Agobokwe" userId="39e549c8-f35b-41bc-9ec2-94c620546e62" providerId="ADAL" clId="{D1E6E22A-E7DA-4C10-A9D7-AD2B84D4BEDE}" dt="2026-06-15T16:32:14.750" v="102" actId="26606"/>
          <ac:spMkLst>
            <pc:docMk/>
            <pc:sldMk cId="0" sldId="267"/>
            <ac:spMk id="10" creationId="{A4D3DE63-E06B-473D-8144-78398E35178B}"/>
          </ac:spMkLst>
        </pc:spChg>
        <pc:spChg chg="add">
          <ac:chgData name="Rathotse, Agobokwe" userId="39e549c8-f35b-41bc-9ec2-94c620546e62" providerId="ADAL" clId="{D1E6E22A-E7DA-4C10-A9D7-AD2B84D4BEDE}" dt="2026-06-15T16:32:14.750" v="102" actId="26606"/>
          <ac:spMkLst>
            <pc:docMk/>
            <pc:sldMk cId="0" sldId="267"/>
            <ac:spMk id="12" creationId="{838C5F6C-2147-447F-84CB-47BEB813B80C}"/>
          </ac:spMkLst>
        </pc:spChg>
        <pc:grpChg chg="add">
          <ac:chgData name="Rathotse, Agobokwe" userId="39e549c8-f35b-41bc-9ec2-94c620546e62" providerId="ADAL" clId="{D1E6E22A-E7DA-4C10-A9D7-AD2B84D4BEDE}" dt="2026-06-15T16:32:14.750" v="102" actId="26606"/>
          <ac:grpSpMkLst>
            <pc:docMk/>
            <pc:sldMk cId="0" sldId="267"/>
            <ac:grpSpMk id="14" creationId="{4B0F093A-F2F4-4674-8265-42FC6DAFD0DB}"/>
          </ac:grpSpMkLst>
        </pc:grp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image" Target="../media/image6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svg"/><Relationship Id="rId1" Type="http://schemas.openxmlformats.org/officeDocument/2006/relationships/image" Target="../media/image11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image" Target="../media/image6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svg"/><Relationship Id="rId1" Type="http://schemas.openxmlformats.org/officeDocument/2006/relationships/image" Target="../media/image1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09BFFE6-0544-4554-AC9C-B99EBB700E0D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DF7DC627-9154-4044-9115-742A4FAAF493}">
      <dgm:prSet/>
      <dgm:spPr/>
      <dgm:t>
        <a:bodyPr/>
        <a:lstStyle/>
        <a:p>
          <a:r>
            <a:rPr lang="en-US"/>
            <a:t>Project Goal:</a:t>
          </a:r>
        </a:p>
      </dgm:t>
    </dgm:pt>
    <dgm:pt modelId="{D02ED09E-3FCF-4048-9E9C-E89165D73AF2}" type="parTrans" cxnId="{A9904419-CF4B-4767-BE15-18131C2E0A9C}">
      <dgm:prSet/>
      <dgm:spPr/>
      <dgm:t>
        <a:bodyPr/>
        <a:lstStyle/>
        <a:p>
          <a:endParaRPr lang="en-US"/>
        </a:p>
      </dgm:t>
    </dgm:pt>
    <dgm:pt modelId="{F7960BC7-413B-4FDF-9A83-B192868E3F46}" type="sibTrans" cxnId="{A9904419-CF4B-4767-BE15-18131C2E0A9C}">
      <dgm:prSet/>
      <dgm:spPr/>
      <dgm:t>
        <a:bodyPr/>
        <a:lstStyle/>
        <a:p>
          <a:endParaRPr lang="en-US"/>
        </a:p>
      </dgm:t>
    </dgm:pt>
    <dgm:pt modelId="{A5BD7932-F810-42C6-B039-CFD57CE80BD9}">
      <dgm:prSet/>
      <dgm:spPr/>
      <dgm:t>
        <a:bodyPr/>
        <a:lstStyle/>
        <a:p>
          <a:r>
            <a:rPr lang="en-US"/>
            <a:t>Target Users:</a:t>
          </a:r>
        </a:p>
      </dgm:t>
    </dgm:pt>
    <dgm:pt modelId="{4BA9C552-B9FB-4F8D-B0D2-D690F41B4454}" type="parTrans" cxnId="{956A29B8-D878-4A29-A3CD-A311230B3F0F}">
      <dgm:prSet/>
      <dgm:spPr/>
      <dgm:t>
        <a:bodyPr/>
        <a:lstStyle/>
        <a:p>
          <a:endParaRPr lang="en-US"/>
        </a:p>
      </dgm:t>
    </dgm:pt>
    <dgm:pt modelId="{84172197-FFE3-493B-A25C-3D1D44318E91}" type="sibTrans" cxnId="{956A29B8-D878-4A29-A3CD-A311230B3F0F}">
      <dgm:prSet/>
      <dgm:spPr/>
      <dgm:t>
        <a:bodyPr/>
        <a:lstStyle/>
        <a:p>
          <a:endParaRPr lang="en-US"/>
        </a:p>
      </dgm:t>
    </dgm:pt>
    <dgm:pt modelId="{1C81C5F5-6B2D-46DA-A835-3F53E7603EAF}">
      <dgm:prSet/>
      <dgm:spPr/>
      <dgm:t>
        <a:bodyPr/>
        <a:lstStyle/>
        <a:p>
          <a:r>
            <a:rPr lang="en-US"/>
            <a:t>Main Problem Solved:</a:t>
          </a:r>
        </a:p>
      </dgm:t>
    </dgm:pt>
    <dgm:pt modelId="{F5052A35-B2EA-40F2-B73A-2DE2DEDCF4D9}" type="parTrans" cxnId="{73496826-7474-4560-96E1-0465B4562DB3}">
      <dgm:prSet/>
      <dgm:spPr/>
      <dgm:t>
        <a:bodyPr/>
        <a:lstStyle/>
        <a:p>
          <a:endParaRPr lang="en-US"/>
        </a:p>
      </dgm:t>
    </dgm:pt>
    <dgm:pt modelId="{0AD6ED56-5BC1-4225-91EB-32A354975B79}" type="sibTrans" cxnId="{73496826-7474-4560-96E1-0465B4562DB3}">
      <dgm:prSet/>
      <dgm:spPr/>
      <dgm:t>
        <a:bodyPr/>
        <a:lstStyle/>
        <a:p>
          <a:endParaRPr lang="en-US"/>
        </a:p>
      </dgm:t>
    </dgm:pt>
    <dgm:pt modelId="{47412188-AD2C-4CC7-9FC3-1F39FD76E96F}" type="pres">
      <dgm:prSet presAssocID="{B09BFFE6-0544-4554-AC9C-B99EBB700E0D}" presName="root" presStyleCnt="0">
        <dgm:presLayoutVars>
          <dgm:dir/>
          <dgm:resizeHandles val="exact"/>
        </dgm:presLayoutVars>
      </dgm:prSet>
      <dgm:spPr/>
    </dgm:pt>
    <dgm:pt modelId="{C5C4D19F-86FC-452A-BCFE-DE9FC6AAC296}" type="pres">
      <dgm:prSet presAssocID="{DF7DC627-9154-4044-9115-742A4FAAF493}" presName="compNode" presStyleCnt="0"/>
      <dgm:spPr/>
    </dgm:pt>
    <dgm:pt modelId="{8D663DEE-A738-496E-B3C8-19B095B277F7}" type="pres">
      <dgm:prSet presAssocID="{DF7DC627-9154-4044-9115-742A4FAAF493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8EA4EB3E-64D5-4F82-913F-FC2EC8A24901}" type="pres">
      <dgm:prSet presAssocID="{DF7DC627-9154-4044-9115-742A4FAAF493}" presName="spaceRect" presStyleCnt="0"/>
      <dgm:spPr/>
    </dgm:pt>
    <dgm:pt modelId="{567537FA-FF7F-4DB4-AE23-F70A6D68B220}" type="pres">
      <dgm:prSet presAssocID="{DF7DC627-9154-4044-9115-742A4FAAF493}" presName="textRect" presStyleLbl="revTx" presStyleIdx="0" presStyleCnt="3">
        <dgm:presLayoutVars>
          <dgm:chMax val="1"/>
          <dgm:chPref val="1"/>
        </dgm:presLayoutVars>
      </dgm:prSet>
      <dgm:spPr/>
    </dgm:pt>
    <dgm:pt modelId="{FD9E3233-909E-4AC4-A4D4-7A82985E7A03}" type="pres">
      <dgm:prSet presAssocID="{F7960BC7-413B-4FDF-9A83-B192868E3F46}" presName="sibTrans" presStyleCnt="0"/>
      <dgm:spPr/>
    </dgm:pt>
    <dgm:pt modelId="{29359E3F-3305-4243-8B45-4C545D4304D4}" type="pres">
      <dgm:prSet presAssocID="{A5BD7932-F810-42C6-B039-CFD57CE80BD9}" presName="compNode" presStyleCnt="0"/>
      <dgm:spPr/>
    </dgm:pt>
    <dgm:pt modelId="{F355C40F-DBD2-41B4-A2B7-4B51B127779F}" type="pres">
      <dgm:prSet presAssocID="{A5BD7932-F810-42C6-B039-CFD57CE80BD9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tical disc"/>
        </a:ext>
      </dgm:extLst>
    </dgm:pt>
    <dgm:pt modelId="{28CED6A6-DC02-4745-8CD0-49D4255EF55C}" type="pres">
      <dgm:prSet presAssocID="{A5BD7932-F810-42C6-B039-CFD57CE80BD9}" presName="spaceRect" presStyleCnt="0"/>
      <dgm:spPr/>
    </dgm:pt>
    <dgm:pt modelId="{27B037C2-2444-4AC3-8827-14E7B58EF5B7}" type="pres">
      <dgm:prSet presAssocID="{A5BD7932-F810-42C6-B039-CFD57CE80BD9}" presName="textRect" presStyleLbl="revTx" presStyleIdx="1" presStyleCnt="3">
        <dgm:presLayoutVars>
          <dgm:chMax val="1"/>
          <dgm:chPref val="1"/>
        </dgm:presLayoutVars>
      </dgm:prSet>
      <dgm:spPr/>
    </dgm:pt>
    <dgm:pt modelId="{0EDEF5B0-61E6-4D16-BF57-188415BF942C}" type="pres">
      <dgm:prSet presAssocID="{84172197-FFE3-493B-A25C-3D1D44318E91}" presName="sibTrans" presStyleCnt="0"/>
      <dgm:spPr/>
    </dgm:pt>
    <dgm:pt modelId="{726EB718-DD83-45DF-8870-01CD1F639AB2}" type="pres">
      <dgm:prSet presAssocID="{1C81C5F5-6B2D-46DA-A835-3F53E7603EAF}" presName="compNode" presStyleCnt="0"/>
      <dgm:spPr/>
    </dgm:pt>
    <dgm:pt modelId="{2A6DFC97-160E-4504-BE2F-A095376F8CE5}" type="pres">
      <dgm:prSet presAssocID="{1C81C5F5-6B2D-46DA-A835-3F53E7603EAF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26173D19-4164-499F-94FD-BE819FE38766}" type="pres">
      <dgm:prSet presAssocID="{1C81C5F5-6B2D-46DA-A835-3F53E7603EAF}" presName="spaceRect" presStyleCnt="0"/>
      <dgm:spPr/>
    </dgm:pt>
    <dgm:pt modelId="{6FE3B64F-A70B-4B53-AF5D-55455B4B5487}" type="pres">
      <dgm:prSet presAssocID="{1C81C5F5-6B2D-46DA-A835-3F53E7603EAF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A9904419-CF4B-4767-BE15-18131C2E0A9C}" srcId="{B09BFFE6-0544-4554-AC9C-B99EBB700E0D}" destId="{DF7DC627-9154-4044-9115-742A4FAAF493}" srcOrd="0" destOrd="0" parTransId="{D02ED09E-3FCF-4048-9E9C-E89165D73AF2}" sibTransId="{F7960BC7-413B-4FDF-9A83-B192868E3F46}"/>
    <dgm:cxn modelId="{B5256C1F-E15D-4D5A-A768-29E910CDDD9C}" type="presOf" srcId="{A5BD7932-F810-42C6-B039-CFD57CE80BD9}" destId="{27B037C2-2444-4AC3-8827-14E7B58EF5B7}" srcOrd="0" destOrd="0" presId="urn:microsoft.com/office/officeart/2018/2/layout/IconLabelList"/>
    <dgm:cxn modelId="{73496826-7474-4560-96E1-0465B4562DB3}" srcId="{B09BFFE6-0544-4554-AC9C-B99EBB700E0D}" destId="{1C81C5F5-6B2D-46DA-A835-3F53E7603EAF}" srcOrd="2" destOrd="0" parTransId="{F5052A35-B2EA-40F2-B73A-2DE2DEDCF4D9}" sibTransId="{0AD6ED56-5BC1-4225-91EB-32A354975B79}"/>
    <dgm:cxn modelId="{04AF3D27-FB11-47C1-B116-39B9C4DFB8FF}" type="presOf" srcId="{DF7DC627-9154-4044-9115-742A4FAAF493}" destId="{567537FA-FF7F-4DB4-AE23-F70A6D68B220}" srcOrd="0" destOrd="0" presId="urn:microsoft.com/office/officeart/2018/2/layout/IconLabelList"/>
    <dgm:cxn modelId="{4CADD160-9737-4B1B-829D-5683BD085951}" type="presOf" srcId="{1C81C5F5-6B2D-46DA-A835-3F53E7603EAF}" destId="{6FE3B64F-A70B-4B53-AF5D-55455B4B5487}" srcOrd="0" destOrd="0" presId="urn:microsoft.com/office/officeart/2018/2/layout/IconLabelList"/>
    <dgm:cxn modelId="{E52020B1-E3F8-402F-A5EB-292CB835C7A9}" type="presOf" srcId="{B09BFFE6-0544-4554-AC9C-B99EBB700E0D}" destId="{47412188-AD2C-4CC7-9FC3-1F39FD76E96F}" srcOrd="0" destOrd="0" presId="urn:microsoft.com/office/officeart/2018/2/layout/IconLabelList"/>
    <dgm:cxn modelId="{956A29B8-D878-4A29-A3CD-A311230B3F0F}" srcId="{B09BFFE6-0544-4554-AC9C-B99EBB700E0D}" destId="{A5BD7932-F810-42C6-B039-CFD57CE80BD9}" srcOrd="1" destOrd="0" parTransId="{4BA9C552-B9FB-4F8D-B0D2-D690F41B4454}" sibTransId="{84172197-FFE3-493B-A25C-3D1D44318E91}"/>
    <dgm:cxn modelId="{F7AF4D4D-D131-4A49-B204-991ABD747B58}" type="presParOf" srcId="{47412188-AD2C-4CC7-9FC3-1F39FD76E96F}" destId="{C5C4D19F-86FC-452A-BCFE-DE9FC6AAC296}" srcOrd="0" destOrd="0" presId="urn:microsoft.com/office/officeart/2018/2/layout/IconLabelList"/>
    <dgm:cxn modelId="{BB3D3B23-9D58-49FB-8314-23C0E51B5588}" type="presParOf" srcId="{C5C4D19F-86FC-452A-BCFE-DE9FC6AAC296}" destId="{8D663DEE-A738-496E-B3C8-19B095B277F7}" srcOrd="0" destOrd="0" presId="urn:microsoft.com/office/officeart/2018/2/layout/IconLabelList"/>
    <dgm:cxn modelId="{641846E1-554A-4794-B579-426A8AEA0195}" type="presParOf" srcId="{C5C4D19F-86FC-452A-BCFE-DE9FC6AAC296}" destId="{8EA4EB3E-64D5-4F82-913F-FC2EC8A24901}" srcOrd="1" destOrd="0" presId="urn:microsoft.com/office/officeart/2018/2/layout/IconLabelList"/>
    <dgm:cxn modelId="{66C842CE-7B77-41E3-B087-D7C53184FE47}" type="presParOf" srcId="{C5C4D19F-86FC-452A-BCFE-DE9FC6AAC296}" destId="{567537FA-FF7F-4DB4-AE23-F70A6D68B220}" srcOrd="2" destOrd="0" presId="urn:microsoft.com/office/officeart/2018/2/layout/IconLabelList"/>
    <dgm:cxn modelId="{56E97B0F-AC37-444B-B7A7-7BBE01F4A3A4}" type="presParOf" srcId="{47412188-AD2C-4CC7-9FC3-1F39FD76E96F}" destId="{FD9E3233-909E-4AC4-A4D4-7A82985E7A03}" srcOrd="1" destOrd="0" presId="urn:microsoft.com/office/officeart/2018/2/layout/IconLabelList"/>
    <dgm:cxn modelId="{DF15A4DE-7CAD-4207-9D5F-7113D2B7727E}" type="presParOf" srcId="{47412188-AD2C-4CC7-9FC3-1F39FD76E96F}" destId="{29359E3F-3305-4243-8B45-4C545D4304D4}" srcOrd="2" destOrd="0" presId="urn:microsoft.com/office/officeart/2018/2/layout/IconLabelList"/>
    <dgm:cxn modelId="{3928BCE2-E587-4F82-AC8B-4B6F50BED7FE}" type="presParOf" srcId="{29359E3F-3305-4243-8B45-4C545D4304D4}" destId="{F355C40F-DBD2-41B4-A2B7-4B51B127779F}" srcOrd="0" destOrd="0" presId="urn:microsoft.com/office/officeart/2018/2/layout/IconLabelList"/>
    <dgm:cxn modelId="{F953402F-4720-4DA3-BC6A-99680308121C}" type="presParOf" srcId="{29359E3F-3305-4243-8B45-4C545D4304D4}" destId="{28CED6A6-DC02-4745-8CD0-49D4255EF55C}" srcOrd="1" destOrd="0" presId="urn:microsoft.com/office/officeart/2018/2/layout/IconLabelList"/>
    <dgm:cxn modelId="{AB0401E2-2FB4-42B9-8963-32CE7A3014A1}" type="presParOf" srcId="{29359E3F-3305-4243-8B45-4C545D4304D4}" destId="{27B037C2-2444-4AC3-8827-14E7B58EF5B7}" srcOrd="2" destOrd="0" presId="urn:microsoft.com/office/officeart/2018/2/layout/IconLabelList"/>
    <dgm:cxn modelId="{805AD174-F03B-4BA9-BE60-C46B75A91470}" type="presParOf" srcId="{47412188-AD2C-4CC7-9FC3-1F39FD76E96F}" destId="{0EDEF5B0-61E6-4D16-BF57-188415BF942C}" srcOrd="3" destOrd="0" presId="urn:microsoft.com/office/officeart/2018/2/layout/IconLabelList"/>
    <dgm:cxn modelId="{B6C41CD1-84F8-4BF7-85C7-50D059649CA0}" type="presParOf" srcId="{47412188-AD2C-4CC7-9FC3-1F39FD76E96F}" destId="{726EB718-DD83-45DF-8870-01CD1F639AB2}" srcOrd="4" destOrd="0" presId="urn:microsoft.com/office/officeart/2018/2/layout/IconLabelList"/>
    <dgm:cxn modelId="{1F073765-61ED-4B26-B5A2-76663E5B580C}" type="presParOf" srcId="{726EB718-DD83-45DF-8870-01CD1F639AB2}" destId="{2A6DFC97-160E-4504-BE2F-A095376F8CE5}" srcOrd="0" destOrd="0" presId="urn:microsoft.com/office/officeart/2018/2/layout/IconLabelList"/>
    <dgm:cxn modelId="{82673A1E-EA66-462E-81C0-50F4EFB152C6}" type="presParOf" srcId="{726EB718-DD83-45DF-8870-01CD1F639AB2}" destId="{26173D19-4164-499F-94FD-BE819FE38766}" srcOrd="1" destOrd="0" presId="urn:microsoft.com/office/officeart/2018/2/layout/IconLabelList"/>
    <dgm:cxn modelId="{64E53942-EC13-4710-AC28-0CC4B53F375A}" type="presParOf" srcId="{726EB718-DD83-45DF-8870-01CD1F639AB2}" destId="{6FE3B64F-A70B-4B53-AF5D-55455B4B5487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04C34FA-60DB-49E1-9E58-8750F508668B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B1FBC453-1985-4D55-8978-0431395963AD}">
      <dgm:prSet/>
      <dgm:spPr/>
      <dgm:t>
        <a:bodyPr/>
        <a:lstStyle/>
        <a:p>
          <a:r>
            <a:rPr lang="en-ZA" b="1"/>
            <a:t>SS1 – Strategic Planning</a:t>
          </a:r>
          <a:endParaRPr lang="en-US"/>
        </a:p>
      </dgm:t>
    </dgm:pt>
    <dgm:pt modelId="{EF1AB17E-4826-48A6-9519-01E872B6AE0E}" type="parTrans" cxnId="{46C8663F-8917-4838-B4C0-17E961F07C7F}">
      <dgm:prSet/>
      <dgm:spPr/>
      <dgm:t>
        <a:bodyPr/>
        <a:lstStyle/>
        <a:p>
          <a:endParaRPr lang="en-US"/>
        </a:p>
      </dgm:t>
    </dgm:pt>
    <dgm:pt modelId="{7412AE39-4D4F-46A3-B774-DA12A62E6536}" type="sibTrans" cxnId="{46C8663F-8917-4838-B4C0-17E961F07C7F}">
      <dgm:prSet/>
      <dgm:spPr/>
      <dgm:t>
        <a:bodyPr/>
        <a:lstStyle/>
        <a:p>
          <a:endParaRPr lang="en-US"/>
        </a:p>
      </dgm:t>
    </dgm:pt>
    <dgm:pt modelId="{3F37771C-0263-473B-BB92-28A528E86269}">
      <dgm:prSet/>
      <dgm:spPr/>
      <dgm:t>
        <a:bodyPr/>
        <a:lstStyle/>
        <a:p>
          <a:r>
            <a:rPr lang="en-ZA"/>
            <a:t>Project concept </a:t>
          </a:r>
          <a:endParaRPr lang="en-US"/>
        </a:p>
      </dgm:t>
    </dgm:pt>
    <dgm:pt modelId="{759B1052-F233-41C8-AB34-2F6D2C5C7220}" type="parTrans" cxnId="{D4ED360F-7F5E-4AA6-9E04-1FE82F26464F}">
      <dgm:prSet/>
      <dgm:spPr/>
      <dgm:t>
        <a:bodyPr/>
        <a:lstStyle/>
        <a:p>
          <a:endParaRPr lang="en-US"/>
        </a:p>
      </dgm:t>
    </dgm:pt>
    <dgm:pt modelId="{FBC2C1D9-5819-4A44-B115-C10B68CC0617}" type="sibTrans" cxnId="{D4ED360F-7F5E-4AA6-9E04-1FE82F26464F}">
      <dgm:prSet/>
      <dgm:spPr/>
      <dgm:t>
        <a:bodyPr/>
        <a:lstStyle/>
        <a:p>
          <a:endParaRPr lang="en-US"/>
        </a:p>
      </dgm:t>
    </dgm:pt>
    <dgm:pt modelId="{10398DD9-FB2B-488D-9A83-127458B0EA0B}">
      <dgm:prSet/>
      <dgm:spPr/>
      <dgm:t>
        <a:bodyPr/>
        <a:lstStyle/>
        <a:p>
          <a:r>
            <a:rPr lang="en-ZA"/>
            <a:t>User requirements </a:t>
          </a:r>
          <a:endParaRPr lang="en-US"/>
        </a:p>
      </dgm:t>
    </dgm:pt>
    <dgm:pt modelId="{1B2C407C-7BC4-479A-821B-755F62155862}" type="parTrans" cxnId="{C3F9954F-1664-4548-B2A2-817DE6B05991}">
      <dgm:prSet/>
      <dgm:spPr/>
      <dgm:t>
        <a:bodyPr/>
        <a:lstStyle/>
        <a:p>
          <a:endParaRPr lang="en-US"/>
        </a:p>
      </dgm:t>
    </dgm:pt>
    <dgm:pt modelId="{F4DD84B9-10F7-4E53-B398-BED4272F1AAA}" type="sibTrans" cxnId="{C3F9954F-1664-4548-B2A2-817DE6B05991}">
      <dgm:prSet/>
      <dgm:spPr/>
      <dgm:t>
        <a:bodyPr/>
        <a:lstStyle/>
        <a:p>
          <a:endParaRPr lang="en-US"/>
        </a:p>
      </dgm:t>
    </dgm:pt>
    <dgm:pt modelId="{FD06DF15-4676-4739-BABC-C9ED7E16073C}">
      <dgm:prSet/>
      <dgm:spPr/>
      <dgm:t>
        <a:bodyPr/>
        <a:lstStyle/>
        <a:p>
          <a:r>
            <a:rPr lang="en-ZA"/>
            <a:t>MVP definition </a:t>
          </a:r>
          <a:endParaRPr lang="en-US"/>
        </a:p>
      </dgm:t>
    </dgm:pt>
    <dgm:pt modelId="{B2DB8418-A00C-4BC7-B1A1-3DECAFB738FE}" type="parTrans" cxnId="{EF4A1B02-E5A2-4CF8-8881-53C03FA2A909}">
      <dgm:prSet/>
      <dgm:spPr/>
      <dgm:t>
        <a:bodyPr/>
        <a:lstStyle/>
        <a:p>
          <a:endParaRPr lang="en-US"/>
        </a:p>
      </dgm:t>
    </dgm:pt>
    <dgm:pt modelId="{C634B471-B24E-416B-9F67-7FB79939A5E7}" type="sibTrans" cxnId="{EF4A1B02-E5A2-4CF8-8881-53C03FA2A909}">
      <dgm:prSet/>
      <dgm:spPr/>
      <dgm:t>
        <a:bodyPr/>
        <a:lstStyle/>
        <a:p>
          <a:endParaRPr lang="en-US"/>
        </a:p>
      </dgm:t>
    </dgm:pt>
    <dgm:pt modelId="{C0576EF9-A2F6-465D-BF15-2B6F26A722A9}">
      <dgm:prSet/>
      <dgm:spPr/>
      <dgm:t>
        <a:bodyPr/>
        <a:lstStyle/>
        <a:p>
          <a:r>
            <a:rPr lang="en-ZA" b="1"/>
            <a:t>SS2 – UI/UX Design</a:t>
          </a:r>
          <a:endParaRPr lang="en-US"/>
        </a:p>
      </dgm:t>
    </dgm:pt>
    <dgm:pt modelId="{C55FCC15-E203-4FC8-8E9E-68CD911BD294}" type="parTrans" cxnId="{7923057D-A8FD-47C7-AC98-02D0D9827B9C}">
      <dgm:prSet/>
      <dgm:spPr/>
      <dgm:t>
        <a:bodyPr/>
        <a:lstStyle/>
        <a:p>
          <a:endParaRPr lang="en-US"/>
        </a:p>
      </dgm:t>
    </dgm:pt>
    <dgm:pt modelId="{2BFE5BB5-7C40-4849-8820-EBC17C1B3D3F}" type="sibTrans" cxnId="{7923057D-A8FD-47C7-AC98-02D0D9827B9C}">
      <dgm:prSet/>
      <dgm:spPr/>
      <dgm:t>
        <a:bodyPr/>
        <a:lstStyle/>
        <a:p>
          <a:endParaRPr lang="en-US"/>
        </a:p>
      </dgm:t>
    </dgm:pt>
    <dgm:pt modelId="{E5F47182-B382-4CE4-B64B-5FC24775421F}">
      <dgm:prSet/>
      <dgm:spPr/>
      <dgm:t>
        <a:bodyPr/>
        <a:lstStyle/>
        <a:p>
          <a:r>
            <a:rPr lang="en-ZA"/>
            <a:t>Wireframes </a:t>
          </a:r>
          <a:endParaRPr lang="en-US"/>
        </a:p>
      </dgm:t>
    </dgm:pt>
    <dgm:pt modelId="{2CFE88AC-76CD-4F23-9E4C-B20C7E7DEEC9}" type="parTrans" cxnId="{AB1895C4-A6FE-48B7-8D3C-EC4E5FAB4E68}">
      <dgm:prSet/>
      <dgm:spPr/>
      <dgm:t>
        <a:bodyPr/>
        <a:lstStyle/>
        <a:p>
          <a:endParaRPr lang="en-US"/>
        </a:p>
      </dgm:t>
    </dgm:pt>
    <dgm:pt modelId="{536734D2-1838-4041-984E-F7F9943D4E21}" type="sibTrans" cxnId="{AB1895C4-A6FE-48B7-8D3C-EC4E5FAB4E68}">
      <dgm:prSet/>
      <dgm:spPr/>
      <dgm:t>
        <a:bodyPr/>
        <a:lstStyle/>
        <a:p>
          <a:endParaRPr lang="en-US"/>
        </a:p>
      </dgm:t>
    </dgm:pt>
    <dgm:pt modelId="{FE5FF5F6-FD60-4A89-BE00-C728FF366886}">
      <dgm:prSet/>
      <dgm:spPr/>
      <dgm:t>
        <a:bodyPr/>
        <a:lstStyle/>
        <a:p>
          <a:r>
            <a:rPr lang="en-ZA"/>
            <a:t>User journeys </a:t>
          </a:r>
          <a:endParaRPr lang="en-US"/>
        </a:p>
      </dgm:t>
    </dgm:pt>
    <dgm:pt modelId="{C945EEF2-F766-41A8-A596-0297C6DD21E4}" type="parTrans" cxnId="{5E4F1D21-65AB-44F1-B50B-D0B654BDC6FF}">
      <dgm:prSet/>
      <dgm:spPr/>
      <dgm:t>
        <a:bodyPr/>
        <a:lstStyle/>
        <a:p>
          <a:endParaRPr lang="en-US"/>
        </a:p>
      </dgm:t>
    </dgm:pt>
    <dgm:pt modelId="{508BB509-34D8-4781-8698-7995480E2CCF}" type="sibTrans" cxnId="{5E4F1D21-65AB-44F1-B50B-D0B654BDC6FF}">
      <dgm:prSet/>
      <dgm:spPr/>
      <dgm:t>
        <a:bodyPr/>
        <a:lstStyle/>
        <a:p>
          <a:endParaRPr lang="en-US"/>
        </a:p>
      </dgm:t>
    </dgm:pt>
    <dgm:pt modelId="{F5A59239-AA9A-4958-9007-A2B352317A1D}">
      <dgm:prSet/>
      <dgm:spPr/>
      <dgm:t>
        <a:bodyPr/>
        <a:lstStyle/>
        <a:p>
          <a:r>
            <a:rPr lang="en-ZA"/>
            <a:t>Screen layouts </a:t>
          </a:r>
          <a:endParaRPr lang="en-US"/>
        </a:p>
      </dgm:t>
    </dgm:pt>
    <dgm:pt modelId="{B0170FB8-98DA-42AC-B95D-2D1064DF90BC}" type="parTrans" cxnId="{51FFD7A1-A102-49B5-BDB3-72BBE0654FE3}">
      <dgm:prSet/>
      <dgm:spPr/>
      <dgm:t>
        <a:bodyPr/>
        <a:lstStyle/>
        <a:p>
          <a:endParaRPr lang="en-US"/>
        </a:p>
      </dgm:t>
    </dgm:pt>
    <dgm:pt modelId="{92DECAEE-1E7D-4A94-AEF4-D75BFF97F893}" type="sibTrans" cxnId="{51FFD7A1-A102-49B5-BDB3-72BBE0654FE3}">
      <dgm:prSet/>
      <dgm:spPr/>
      <dgm:t>
        <a:bodyPr/>
        <a:lstStyle/>
        <a:p>
          <a:endParaRPr lang="en-US"/>
        </a:p>
      </dgm:t>
    </dgm:pt>
    <dgm:pt modelId="{0A699F3F-71D2-4284-9E6B-6E32677C0F6B}">
      <dgm:prSet/>
      <dgm:spPr/>
      <dgm:t>
        <a:bodyPr/>
        <a:lstStyle/>
        <a:p>
          <a:r>
            <a:rPr lang="en-ZA" b="1"/>
            <a:t>SS3 – Development</a:t>
          </a:r>
          <a:endParaRPr lang="en-US"/>
        </a:p>
      </dgm:t>
    </dgm:pt>
    <dgm:pt modelId="{5532417B-3623-4BD6-B28A-45D0860770F0}" type="parTrans" cxnId="{48DBEC33-B85A-4B7B-B4F7-DE79D6E74F66}">
      <dgm:prSet/>
      <dgm:spPr/>
      <dgm:t>
        <a:bodyPr/>
        <a:lstStyle/>
        <a:p>
          <a:endParaRPr lang="en-US"/>
        </a:p>
      </dgm:t>
    </dgm:pt>
    <dgm:pt modelId="{042FA947-78C9-48FF-9DE6-EC455EC7ACE6}" type="sibTrans" cxnId="{48DBEC33-B85A-4B7B-B4F7-DE79D6E74F66}">
      <dgm:prSet/>
      <dgm:spPr/>
      <dgm:t>
        <a:bodyPr/>
        <a:lstStyle/>
        <a:p>
          <a:endParaRPr lang="en-US"/>
        </a:p>
      </dgm:t>
    </dgm:pt>
    <dgm:pt modelId="{85E797C2-D5D9-4DB4-9773-68E86F41B398}">
      <dgm:prSet/>
      <dgm:spPr/>
      <dgm:t>
        <a:bodyPr/>
        <a:lstStyle/>
        <a:p>
          <a:r>
            <a:rPr lang="en-ZA"/>
            <a:t>Kotlin implementation </a:t>
          </a:r>
          <a:endParaRPr lang="en-US"/>
        </a:p>
      </dgm:t>
    </dgm:pt>
    <dgm:pt modelId="{BA010941-BC0C-4DFE-B86E-72373CDACED9}" type="parTrans" cxnId="{14F90489-29BD-454B-B5A9-067A0497BFFC}">
      <dgm:prSet/>
      <dgm:spPr/>
      <dgm:t>
        <a:bodyPr/>
        <a:lstStyle/>
        <a:p>
          <a:endParaRPr lang="en-US"/>
        </a:p>
      </dgm:t>
    </dgm:pt>
    <dgm:pt modelId="{92F28C8A-17A7-496F-8817-0401C821A967}" type="sibTrans" cxnId="{14F90489-29BD-454B-B5A9-067A0497BFFC}">
      <dgm:prSet/>
      <dgm:spPr/>
      <dgm:t>
        <a:bodyPr/>
        <a:lstStyle/>
        <a:p>
          <a:endParaRPr lang="en-US"/>
        </a:p>
      </dgm:t>
    </dgm:pt>
    <dgm:pt modelId="{2B7A5FF6-40DB-4CC1-B9AA-AA65CFD30338}">
      <dgm:prSet/>
      <dgm:spPr/>
      <dgm:t>
        <a:bodyPr/>
        <a:lstStyle/>
        <a:p>
          <a:r>
            <a:rPr lang="en-ZA"/>
            <a:t>RecyclerView </a:t>
          </a:r>
          <a:endParaRPr lang="en-US"/>
        </a:p>
      </dgm:t>
    </dgm:pt>
    <dgm:pt modelId="{24BB3338-E235-4129-9A6F-4C07BAFB9198}" type="parTrans" cxnId="{05125EA5-04F7-459C-8FBE-25844C7638FD}">
      <dgm:prSet/>
      <dgm:spPr/>
      <dgm:t>
        <a:bodyPr/>
        <a:lstStyle/>
        <a:p>
          <a:endParaRPr lang="en-US"/>
        </a:p>
      </dgm:t>
    </dgm:pt>
    <dgm:pt modelId="{5C327F0A-58B8-428F-A56B-C20E8896D5E3}" type="sibTrans" cxnId="{05125EA5-04F7-459C-8FBE-25844C7638FD}">
      <dgm:prSet/>
      <dgm:spPr/>
      <dgm:t>
        <a:bodyPr/>
        <a:lstStyle/>
        <a:p>
          <a:endParaRPr lang="en-US"/>
        </a:p>
      </dgm:t>
    </dgm:pt>
    <dgm:pt modelId="{E52E9B2E-1EE9-42B1-BEFB-ADE03BA070AD}">
      <dgm:prSet/>
      <dgm:spPr/>
      <dgm:t>
        <a:bodyPr/>
        <a:lstStyle/>
        <a:p>
          <a:r>
            <a:rPr lang="en-ZA"/>
            <a:t>Navigation </a:t>
          </a:r>
          <a:endParaRPr lang="en-US"/>
        </a:p>
      </dgm:t>
    </dgm:pt>
    <dgm:pt modelId="{0CF8BEB9-EE35-44A8-A13A-672B73EF65AA}" type="parTrans" cxnId="{E073C8B5-F487-4B12-B605-EAE66BBD6DC4}">
      <dgm:prSet/>
      <dgm:spPr/>
      <dgm:t>
        <a:bodyPr/>
        <a:lstStyle/>
        <a:p>
          <a:endParaRPr lang="en-US"/>
        </a:p>
      </dgm:t>
    </dgm:pt>
    <dgm:pt modelId="{8B462AA7-4DCE-499B-B57C-0130AE3ED210}" type="sibTrans" cxnId="{E073C8B5-F487-4B12-B605-EAE66BBD6DC4}">
      <dgm:prSet/>
      <dgm:spPr/>
      <dgm:t>
        <a:bodyPr/>
        <a:lstStyle/>
        <a:p>
          <a:endParaRPr lang="en-US"/>
        </a:p>
      </dgm:t>
    </dgm:pt>
    <dgm:pt modelId="{D1ABE6E7-6BC7-46C1-B59C-02C91EBFAA5A}">
      <dgm:prSet/>
      <dgm:spPr/>
      <dgm:t>
        <a:bodyPr/>
        <a:lstStyle/>
        <a:p>
          <a:r>
            <a:rPr lang="en-ZA" b="1"/>
            <a:t>SS4 – Finalisation</a:t>
          </a:r>
          <a:endParaRPr lang="en-US"/>
        </a:p>
      </dgm:t>
    </dgm:pt>
    <dgm:pt modelId="{1E9564B0-BEA1-45F2-8D0B-F4199D72C6DB}" type="parTrans" cxnId="{8677BD70-4A02-4296-947B-8C9701E8C57E}">
      <dgm:prSet/>
      <dgm:spPr/>
      <dgm:t>
        <a:bodyPr/>
        <a:lstStyle/>
        <a:p>
          <a:endParaRPr lang="en-US"/>
        </a:p>
      </dgm:t>
    </dgm:pt>
    <dgm:pt modelId="{9F80D426-7096-4619-AC36-CA43093C5D0C}" type="sibTrans" cxnId="{8677BD70-4A02-4296-947B-8C9701E8C57E}">
      <dgm:prSet/>
      <dgm:spPr/>
      <dgm:t>
        <a:bodyPr/>
        <a:lstStyle/>
        <a:p>
          <a:endParaRPr lang="en-US"/>
        </a:p>
      </dgm:t>
    </dgm:pt>
    <dgm:pt modelId="{522A937D-ECEA-4A13-B76C-3F5CD0ECEA29}">
      <dgm:prSet/>
      <dgm:spPr/>
      <dgm:t>
        <a:bodyPr/>
        <a:lstStyle/>
        <a:p>
          <a:r>
            <a:rPr lang="en-ZA"/>
            <a:t>Validation </a:t>
          </a:r>
          <a:endParaRPr lang="en-US"/>
        </a:p>
      </dgm:t>
    </dgm:pt>
    <dgm:pt modelId="{62C62328-6C79-44A6-BAD8-2D3092FD91A0}" type="parTrans" cxnId="{703981EB-4D2E-4AAB-A23A-2645DF8EFAE7}">
      <dgm:prSet/>
      <dgm:spPr/>
      <dgm:t>
        <a:bodyPr/>
        <a:lstStyle/>
        <a:p>
          <a:endParaRPr lang="en-US"/>
        </a:p>
      </dgm:t>
    </dgm:pt>
    <dgm:pt modelId="{FD35E783-C8CE-4C68-94AB-48450282DD18}" type="sibTrans" cxnId="{703981EB-4D2E-4AAB-A23A-2645DF8EFAE7}">
      <dgm:prSet/>
      <dgm:spPr/>
      <dgm:t>
        <a:bodyPr/>
        <a:lstStyle/>
        <a:p>
          <a:endParaRPr lang="en-US"/>
        </a:p>
      </dgm:t>
    </dgm:pt>
    <dgm:pt modelId="{11866367-31EA-4395-BFD0-5DB8503621EB}">
      <dgm:prSet/>
      <dgm:spPr/>
      <dgm:t>
        <a:bodyPr/>
        <a:lstStyle/>
        <a:p>
          <a:r>
            <a:rPr lang="en-ZA"/>
            <a:t>Documentation </a:t>
          </a:r>
          <a:endParaRPr lang="en-US"/>
        </a:p>
      </dgm:t>
    </dgm:pt>
    <dgm:pt modelId="{EF339246-7DE5-40E2-972F-E17C493F97A2}" type="parTrans" cxnId="{C81FEBE2-45A3-4C8C-9AE1-5A6EF36E5788}">
      <dgm:prSet/>
      <dgm:spPr/>
      <dgm:t>
        <a:bodyPr/>
        <a:lstStyle/>
        <a:p>
          <a:endParaRPr lang="en-US"/>
        </a:p>
      </dgm:t>
    </dgm:pt>
    <dgm:pt modelId="{A93AEAFF-AA71-4F76-B5EA-E15236021D61}" type="sibTrans" cxnId="{C81FEBE2-45A3-4C8C-9AE1-5A6EF36E5788}">
      <dgm:prSet/>
      <dgm:spPr/>
      <dgm:t>
        <a:bodyPr/>
        <a:lstStyle/>
        <a:p>
          <a:endParaRPr lang="en-US"/>
        </a:p>
      </dgm:t>
    </dgm:pt>
    <dgm:pt modelId="{3CCA1A55-3600-408E-9A09-5E01C6453193}">
      <dgm:prSet/>
      <dgm:spPr/>
      <dgm:t>
        <a:bodyPr/>
        <a:lstStyle/>
        <a:p>
          <a:r>
            <a:rPr lang="en-ZA"/>
            <a:t>Testing </a:t>
          </a:r>
          <a:endParaRPr lang="en-US"/>
        </a:p>
      </dgm:t>
    </dgm:pt>
    <dgm:pt modelId="{6DD70A36-4911-4910-B6BF-86D3F3ADECC1}" type="parTrans" cxnId="{EB508D49-110F-4410-9833-6469B89D7945}">
      <dgm:prSet/>
      <dgm:spPr/>
      <dgm:t>
        <a:bodyPr/>
        <a:lstStyle/>
        <a:p>
          <a:endParaRPr lang="en-US"/>
        </a:p>
      </dgm:t>
    </dgm:pt>
    <dgm:pt modelId="{A160BC7B-EA00-4472-86B2-C2F5C0D62F0D}" type="sibTrans" cxnId="{EB508D49-110F-4410-9833-6469B89D7945}">
      <dgm:prSet/>
      <dgm:spPr/>
      <dgm:t>
        <a:bodyPr/>
        <a:lstStyle/>
        <a:p>
          <a:endParaRPr lang="en-US"/>
        </a:p>
      </dgm:t>
    </dgm:pt>
    <dgm:pt modelId="{1867F564-B672-42B5-B0BE-7B85BB0576B6}">
      <dgm:prSet/>
      <dgm:spPr/>
      <dgm:t>
        <a:bodyPr/>
        <a:lstStyle/>
        <a:p>
          <a:r>
            <a:rPr lang="en-ZA"/>
            <a:t>Deployment preparation</a:t>
          </a:r>
          <a:endParaRPr lang="en-US"/>
        </a:p>
      </dgm:t>
    </dgm:pt>
    <dgm:pt modelId="{07D79EAE-62D1-48B0-9BA7-7850CF1275D4}" type="parTrans" cxnId="{3EB5DB6D-4234-4F9F-8D29-418C88A77D51}">
      <dgm:prSet/>
      <dgm:spPr/>
      <dgm:t>
        <a:bodyPr/>
        <a:lstStyle/>
        <a:p>
          <a:endParaRPr lang="en-US"/>
        </a:p>
      </dgm:t>
    </dgm:pt>
    <dgm:pt modelId="{D486E70B-23F5-4E43-B83A-93E469200832}" type="sibTrans" cxnId="{3EB5DB6D-4234-4F9F-8D29-418C88A77D51}">
      <dgm:prSet/>
      <dgm:spPr/>
      <dgm:t>
        <a:bodyPr/>
        <a:lstStyle/>
        <a:p>
          <a:endParaRPr lang="en-US"/>
        </a:p>
      </dgm:t>
    </dgm:pt>
    <dgm:pt modelId="{1103C5EE-168F-44B4-80A8-02993C4B507E}" type="pres">
      <dgm:prSet presAssocID="{F04C34FA-60DB-49E1-9E58-8750F508668B}" presName="Name0" presStyleCnt="0">
        <dgm:presLayoutVars>
          <dgm:dir/>
          <dgm:resizeHandles val="exact"/>
        </dgm:presLayoutVars>
      </dgm:prSet>
      <dgm:spPr/>
    </dgm:pt>
    <dgm:pt modelId="{3786DFAB-1CAB-4ED8-B1A5-8EDB11764CD4}" type="pres">
      <dgm:prSet presAssocID="{B1FBC453-1985-4D55-8978-0431395963AD}" presName="node" presStyleLbl="node1" presStyleIdx="0" presStyleCnt="4">
        <dgm:presLayoutVars>
          <dgm:bulletEnabled val="1"/>
        </dgm:presLayoutVars>
      </dgm:prSet>
      <dgm:spPr/>
    </dgm:pt>
    <dgm:pt modelId="{7D94E9BA-3497-4109-BCC4-86B89B0A5D7C}" type="pres">
      <dgm:prSet presAssocID="{7412AE39-4D4F-46A3-B774-DA12A62E6536}" presName="sibTrans" presStyleLbl="sibTrans1D1" presStyleIdx="0" presStyleCnt="3"/>
      <dgm:spPr/>
    </dgm:pt>
    <dgm:pt modelId="{C3913F40-374F-4488-A7CA-7AB570AE7ACB}" type="pres">
      <dgm:prSet presAssocID="{7412AE39-4D4F-46A3-B774-DA12A62E6536}" presName="connectorText" presStyleLbl="sibTrans1D1" presStyleIdx="0" presStyleCnt="3"/>
      <dgm:spPr/>
    </dgm:pt>
    <dgm:pt modelId="{1A72B643-B0C8-4F11-85F9-08EC527674B9}" type="pres">
      <dgm:prSet presAssocID="{C0576EF9-A2F6-465D-BF15-2B6F26A722A9}" presName="node" presStyleLbl="node1" presStyleIdx="1" presStyleCnt="4">
        <dgm:presLayoutVars>
          <dgm:bulletEnabled val="1"/>
        </dgm:presLayoutVars>
      </dgm:prSet>
      <dgm:spPr/>
    </dgm:pt>
    <dgm:pt modelId="{E9D56FB8-B728-4820-A9E7-65F65F8C9756}" type="pres">
      <dgm:prSet presAssocID="{2BFE5BB5-7C40-4849-8820-EBC17C1B3D3F}" presName="sibTrans" presStyleLbl="sibTrans1D1" presStyleIdx="1" presStyleCnt="3"/>
      <dgm:spPr/>
    </dgm:pt>
    <dgm:pt modelId="{1E139AB5-DEB4-4115-86FD-DAFB844DD7E8}" type="pres">
      <dgm:prSet presAssocID="{2BFE5BB5-7C40-4849-8820-EBC17C1B3D3F}" presName="connectorText" presStyleLbl="sibTrans1D1" presStyleIdx="1" presStyleCnt="3"/>
      <dgm:spPr/>
    </dgm:pt>
    <dgm:pt modelId="{744AEE34-D825-4EA5-AF81-410AD89482A6}" type="pres">
      <dgm:prSet presAssocID="{0A699F3F-71D2-4284-9E6B-6E32677C0F6B}" presName="node" presStyleLbl="node1" presStyleIdx="2" presStyleCnt="4">
        <dgm:presLayoutVars>
          <dgm:bulletEnabled val="1"/>
        </dgm:presLayoutVars>
      </dgm:prSet>
      <dgm:spPr/>
    </dgm:pt>
    <dgm:pt modelId="{E73F027E-4A12-4C43-A0F9-A2A126EFEAB2}" type="pres">
      <dgm:prSet presAssocID="{042FA947-78C9-48FF-9DE6-EC455EC7ACE6}" presName="sibTrans" presStyleLbl="sibTrans1D1" presStyleIdx="2" presStyleCnt="3"/>
      <dgm:spPr/>
    </dgm:pt>
    <dgm:pt modelId="{DCF301BC-B615-42BA-93C1-B0E9942DFA43}" type="pres">
      <dgm:prSet presAssocID="{042FA947-78C9-48FF-9DE6-EC455EC7ACE6}" presName="connectorText" presStyleLbl="sibTrans1D1" presStyleIdx="2" presStyleCnt="3"/>
      <dgm:spPr/>
    </dgm:pt>
    <dgm:pt modelId="{B2288EDB-46FC-4DF4-8339-5EADB996E907}" type="pres">
      <dgm:prSet presAssocID="{D1ABE6E7-6BC7-46C1-B59C-02C91EBFAA5A}" presName="node" presStyleLbl="node1" presStyleIdx="3" presStyleCnt="4">
        <dgm:presLayoutVars>
          <dgm:bulletEnabled val="1"/>
        </dgm:presLayoutVars>
      </dgm:prSet>
      <dgm:spPr/>
    </dgm:pt>
  </dgm:ptLst>
  <dgm:cxnLst>
    <dgm:cxn modelId="{89C32201-C373-4DEF-8556-808B7F448D03}" type="presOf" srcId="{10398DD9-FB2B-488D-9A83-127458B0EA0B}" destId="{3786DFAB-1CAB-4ED8-B1A5-8EDB11764CD4}" srcOrd="0" destOrd="2" presId="urn:microsoft.com/office/officeart/2016/7/layout/RepeatingBendingProcessNew"/>
    <dgm:cxn modelId="{EF4A1B02-E5A2-4CF8-8881-53C03FA2A909}" srcId="{B1FBC453-1985-4D55-8978-0431395963AD}" destId="{FD06DF15-4676-4739-BABC-C9ED7E16073C}" srcOrd="2" destOrd="0" parTransId="{B2DB8418-A00C-4BC7-B1A1-3DECAFB738FE}" sibTransId="{C634B471-B24E-416B-9F67-7FB79939A5E7}"/>
    <dgm:cxn modelId="{AF276206-293D-46FE-8635-AC30F9B69EE4}" type="presOf" srcId="{2BFE5BB5-7C40-4849-8820-EBC17C1B3D3F}" destId="{E9D56FB8-B728-4820-A9E7-65F65F8C9756}" srcOrd="0" destOrd="0" presId="urn:microsoft.com/office/officeart/2016/7/layout/RepeatingBendingProcessNew"/>
    <dgm:cxn modelId="{3D2B8F0B-EEDD-4C00-B2CE-6D35D54126D0}" type="presOf" srcId="{C0576EF9-A2F6-465D-BF15-2B6F26A722A9}" destId="{1A72B643-B0C8-4F11-85F9-08EC527674B9}" srcOrd="0" destOrd="0" presId="urn:microsoft.com/office/officeart/2016/7/layout/RepeatingBendingProcessNew"/>
    <dgm:cxn modelId="{D4ED360F-7F5E-4AA6-9E04-1FE82F26464F}" srcId="{B1FBC453-1985-4D55-8978-0431395963AD}" destId="{3F37771C-0263-473B-BB92-28A528E86269}" srcOrd="0" destOrd="0" parTransId="{759B1052-F233-41C8-AB34-2F6D2C5C7220}" sibTransId="{FBC2C1D9-5819-4A44-B115-C10B68CC0617}"/>
    <dgm:cxn modelId="{5E4F1D21-65AB-44F1-B50B-D0B654BDC6FF}" srcId="{C0576EF9-A2F6-465D-BF15-2B6F26A722A9}" destId="{FE5FF5F6-FD60-4A89-BE00-C728FF366886}" srcOrd="1" destOrd="0" parTransId="{C945EEF2-F766-41A8-A596-0297C6DD21E4}" sibTransId="{508BB509-34D8-4781-8698-7995480E2CCF}"/>
    <dgm:cxn modelId="{D7D30224-79BD-4F50-B311-9A9BD47E942D}" type="presOf" srcId="{E52E9B2E-1EE9-42B1-BEFB-ADE03BA070AD}" destId="{744AEE34-D825-4EA5-AF81-410AD89482A6}" srcOrd="0" destOrd="3" presId="urn:microsoft.com/office/officeart/2016/7/layout/RepeatingBendingProcessNew"/>
    <dgm:cxn modelId="{48DBEC33-B85A-4B7B-B4F7-DE79D6E74F66}" srcId="{F04C34FA-60DB-49E1-9E58-8750F508668B}" destId="{0A699F3F-71D2-4284-9E6B-6E32677C0F6B}" srcOrd="2" destOrd="0" parTransId="{5532417B-3623-4BD6-B28A-45D0860770F0}" sibTransId="{042FA947-78C9-48FF-9DE6-EC455EC7ACE6}"/>
    <dgm:cxn modelId="{46C8663F-8917-4838-B4C0-17E961F07C7F}" srcId="{F04C34FA-60DB-49E1-9E58-8750F508668B}" destId="{B1FBC453-1985-4D55-8978-0431395963AD}" srcOrd="0" destOrd="0" parTransId="{EF1AB17E-4826-48A6-9519-01E872B6AE0E}" sibTransId="{7412AE39-4D4F-46A3-B774-DA12A62E6536}"/>
    <dgm:cxn modelId="{EB508D49-110F-4410-9833-6469B89D7945}" srcId="{D1ABE6E7-6BC7-46C1-B59C-02C91EBFAA5A}" destId="{3CCA1A55-3600-408E-9A09-5E01C6453193}" srcOrd="2" destOrd="0" parTransId="{6DD70A36-4911-4910-B6BF-86D3F3ADECC1}" sibTransId="{A160BC7B-EA00-4472-86B2-C2F5C0D62F0D}"/>
    <dgm:cxn modelId="{3EB5DB6D-4234-4F9F-8D29-418C88A77D51}" srcId="{D1ABE6E7-6BC7-46C1-B59C-02C91EBFAA5A}" destId="{1867F564-B672-42B5-B0BE-7B85BB0576B6}" srcOrd="3" destOrd="0" parTransId="{07D79EAE-62D1-48B0-9BA7-7850CF1275D4}" sibTransId="{D486E70B-23F5-4E43-B83A-93E469200832}"/>
    <dgm:cxn modelId="{C3F9954F-1664-4548-B2A2-817DE6B05991}" srcId="{B1FBC453-1985-4D55-8978-0431395963AD}" destId="{10398DD9-FB2B-488D-9A83-127458B0EA0B}" srcOrd="1" destOrd="0" parTransId="{1B2C407C-7BC4-479A-821B-755F62155862}" sibTransId="{F4DD84B9-10F7-4E53-B398-BED4272F1AAA}"/>
    <dgm:cxn modelId="{8677BD70-4A02-4296-947B-8C9701E8C57E}" srcId="{F04C34FA-60DB-49E1-9E58-8750F508668B}" destId="{D1ABE6E7-6BC7-46C1-B59C-02C91EBFAA5A}" srcOrd="3" destOrd="0" parTransId="{1E9564B0-BEA1-45F2-8D0B-F4199D72C6DB}" sibTransId="{9F80D426-7096-4619-AC36-CA43093C5D0C}"/>
    <dgm:cxn modelId="{1233EE56-E81C-406B-8746-0685A8F71368}" type="presOf" srcId="{FE5FF5F6-FD60-4A89-BE00-C728FF366886}" destId="{1A72B643-B0C8-4F11-85F9-08EC527674B9}" srcOrd="0" destOrd="2" presId="urn:microsoft.com/office/officeart/2016/7/layout/RepeatingBendingProcessNew"/>
    <dgm:cxn modelId="{1D440358-F212-4F51-8E9A-632BF420F1F7}" type="presOf" srcId="{7412AE39-4D4F-46A3-B774-DA12A62E6536}" destId="{C3913F40-374F-4488-A7CA-7AB570AE7ACB}" srcOrd="1" destOrd="0" presId="urn:microsoft.com/office/officeart/2016/7/layout/RepeatingBendingProcessNew"/>
    <dgm:cxn modelId="{7923057D-A8FD-47C7-AC98-02D0D9827B9C}" srcId="{F04C34FA-60DB-49E1-9E58-8750F508668B}" destId="{C0576EF9-A2F6-465D-BF15-2B6F26A722A9}" srcOrd="1" destOrd="0" parTransId="{C55FCC15-E203-4FC8-8E9E-68CD911BD294}" sibTransId="{2BFE5BB5-7C40-4849-8820-EBC17C1B3D3F}"/>
    <dgm:cxn modelId="{CC613780-0F38-4F9D-99C5-3081ED07AC9C}" type="presOf" srcId="{3CCA1A55-3600-408E-9A09-5E01C6453193}" destId="{B2288EDB-46FC-4DF4-8339-5EADB996E907}" srcOrd="0" destOrd="3" presId="urn:microsoft.com/office/officeart/2016/7/layout/RepeatingBendingProcessNew"/>
    <dgm:cxn modelId="{76480287-2528-4E61-A68C-E3C3211B31BF}" type="presOf" srcId="{FD06DF15-4676-4739-BABC-C9ED7E16073C}" destId="{3786DFAB-1CAB-4ED8-B1A5-8EDB11764CD4}" srcOrd="0" destOrd="3" presId="urn:microsoft.com/office/officeart/2016/7/layout/RepeatingBendingProcessNew"/>
    <dgm:cxn modelId="{14F90489-29BD-454B-B5A9-067A0497BFFC}" srcId="{0A699F3F-71D2-4284-9E6B-6E32677C0F6B}" destId="{85E797C2-D5D9-4DB4-9773-68E86F41B398}" srcOrd="0" destOrd="0" parTransId="{BA010941-BC0C-4DFE-B86E-72373CDACED9}" sibTransId="{92F28C8A-17A7-496F-8817-0401C821A967}"/>
    <dgm:cxn modelId="{59ECC58A-9965-492C-AA45-3B983B5EEFC4}" type="presOf" srcId="{E5F47182-B382-4CE4-B64B-5FC24775421F}" destId="{1A72B643-B0C8-4F11-85F9-08EC527674B9}" srcOrd="0" destOrd="1" presId="urn:microsoft.com/office/officeart/2016/7/layout/RepeatingBendingProcessNew"/>
    <dgm:cxn modelId="{FD2E039A-6419-4AE3-87CC-5311BBACF247}" type="presOf" srcId="{042FA947-78C9-48FF-9DE6-EC455EC7ACE6}" destId="{DCF301BC-B615-42BA-93C1-B0E9942DFA43}" srcOrd="1" destOrd="0" presId="urn:microsoft.com/office/officeart/2016/7/layout/RepeatingBendingProcessNew"/>
    <dgm:cxn modelId="{DBD3D99B-45F1-4BAF-A54E-EB2C50468262}" type="presOf" srcId="{1867F564-B672-42B5-B0BE-7B85BB0576B6}" destId="{B2288EDB-46FC-4DF4-8339-5EADB996E907}" srcOrd="0" destOrd="4" presId="urn:microsoft.com/office/officeart/2016/7/layout/RepeatingBendingProcessNew"/>
    <dgm:cxn modelId="{E66FEF9B-90D0-4CA6-BC07-60ECF87FD40B}" type="presOf" srcId="{F04C34FA-60DB-49E1-9E58-8750F508668B}" destId="{1103C5EE-168F-44B4-80A8-02993C4B507E}" srcOrd="0" destOrd="0" presId="urn:microsoft.com/office/officeart/2016/7/layout/RepeatingBendingProcessNew"/>
    <dgm:cxn modelId="{5045819C-2F8B-41CE-A0B0-BECA7DBF59B7}" type="presOf" srcId="{2B7A5FF6-40DB-4CC1-B9AA-AA65CFD30338}" destId="{744AEE34-D825-4EA5-AF81-410AD89482A6}" srcOrd="0" destOrd="2" presId="urn:microsoft.com/office/officeart/2016/7/layout/RepeatingBendingProcessNew"/>
    <dgm:cxn modelId="{51FFD7A1-A102-49B5-BDB3-72BBE0654FE3}" srcId="{C0576EF9-A2F6-465D-BF15-2B6F26A722A9}" destId="{F5A59239-AA9A-4958-9007-A2B352317A1D}" srcOrd="2" destOrd="0" parTransId="{B0170FB8-98DA-42AC-B95D-2D1064DF90BC}" sibTransId="{92DECAEE-1E7D-4A94-AEF4-D75BFF97F893}"/>
    <dgm:cxn modelId="{05125EA5-04F7-459C-8FBE-25844C7638FD}" srcId="{0A699F3F-71D2-4284-9E6B-6E32677C0F6B}" destId="{2B7A5FF6-40DB-4CC1-B9AA-AA65CFD30338}" srcOrd="1" destOrd="0" parTransId="{24BB3338-E235-4129-9A6F-4C07BAFB9198}" sibTransId="{5C327F0A-58B8-428F-A56B-C20E8896D5E3}"/>
    <dgm:cxn modelId="{3C5676B0-5FE9-4736-AEE9-9F1D4A63FD0A}" type="presOf" srcId="{522A937D-ECEA-4A13-B76C-3F5CD0ECEA29}" destId="{B2288EDB-46FC-4DF4-8339-5EADB996E907}" srcOrd="0" destOrd="1" presId="urn:microsoft.com/office/officeart/2016/7/layout/RepeatingBendingProcessNew"/>
    <dgm:cxn modelId="{091026B3-313A-43D5-A3F8-7F8AE18E155A}" type="presOf" srcId="{F5A59239-AA9A-4958-9007-A2B352317A1D}" destId="{1A72B643-B0C8-4F11-85F9-08EC527674B9}" srcOrd="0" destOrd="3" presId="urn:microsoft.com/office/officeart/2016/7/layout/RepeatingBendingProcessNew"/>
    <dgm:cxn modelId="{E073C8B5-F487-4B12-B605-EAE66BBD6DC4}" srcId="{0A699F3F-71D2-4284-9E6B-6E32677C0F6B}" destId="{E52E9B2E-1EE9-42B1-BEFB-ADE03BA070AD}" srcOrd="2" destOrd="0" parTransId="{0CF8BEB9-EE35-44A8-A13A-672B73EF65AA}" sibTransId="{8B462AA7-4DCE-499B-B57C-0130AE3ED210}"/>
    <dgm:cxn modelId="{1C62ECB6-7AB6-4059-B157-E9094AE21EA4}" type="presOf" srcId="{11866367-31EA-4395-BFD0-5DB8503621EB}" destId="{B2288EDB-46FC-4DF4-8339-5EADB996E907}" srcOrd="0" destOrd="2" presId="urn:microsoft.com/office/officeart/2016/7/layout/RepeatingBendingProcessNew"/>
    <dgm:cxn modelId="{F74DEFB6-B559-480D-8894-861DD74CDF05}" type="presOf" srcId="{D1ABE6E7-6BC7-46C1-B59C-02C91EBFAA5A}" destId="{B2288EDB-46FC-4DF4-8339-5EADB996E907}" srcOrd="0" destOrd="0" presId="urn:microsoft.com/office/officeart/2016/7/layout/RepeatingBendingProcessNew"/>
    <dgm:cxn modelId="{AB1895C4-A6FE-48B7-8D3C-EC4E5FAB4E68}" srcId="{C0576EF9-A2F6-465D-BF15-2B6F26A722A9}" destId="{E5F47182-B382-4CE4-B64B-5FC24775421F}" srcOrd="0" destOrd="0" parTransId="{2CFE88AC-76CD-4F23-9E4C-B20C7E7DEEC9}" sibTransId="{536734D2-1838-4041-984E-F7F9943D4E21}"/>
    <dgm:cxn modelId="{577B1CCD-1785-4D71-8C47-BE5D2FA19351}" type="presOf" srcId="{85E797C2-D5D9-4DB4-9773-68E86F41B398}" destId="{744AEE34-D825-4EA5-AF81-410AD89482A6}" srcOrd="0" destOrd="1" presId="urn:microsoft.com/office/officeart/2016/7/layout/RepeatingBendingProcessNew"/>
    <dgm:cxn modelId="{4A162BCE-EDFC-4F3E-8105-F90F888D41AD}" type="presOf" srcId="{0A699F3F-71D2-4284-9E6B-6E32677C0F6B}" destId="{744AEE34-D825-4EA5-AF81-410AD89482A6}" srcOrd="0" destOrd="0" presId="urn:microsoft.com/office/officeart/2016/7/layout/RepeatingBendingProcessNew"/>
    <dgm:cxn modelId="{C81FEBE2-45A3-4C8C-9AE1-5A6EF36E5788}" srcId="{D1ABE6E7-6BC7-46C1-B59C-02C91EBFAA5A}" destId="{11866367-31EA-4395-BFD0-5DB8503621EB}" srcOrd="1" destOrd="0" parTransId="{EF339246-7DE5-40E2-972F-E17C493F97A2}" sibTransId="{A93AEAFF-AA71-4F76-B5EA-E15236021D61}"/>
    <dgm:cxn modelId="{703981EB-4D2E-4AAB-A23A-2645DF8EFAE7}" srcId="{D1ABE6E7-6BC7-46C1-B59C-02C91EBFAA5A}" destId="{522A937D-ECEA-4A13-B76C-3F5CD0ECEA29}" srcOrd="0" destOrd="0" parTransId="{62C62328-6C79-44A6-BAD8-2D3092FD91A0}" sibTransId="{FD35E783-C8CE-4C68-94AB-48450282DD18}"/>
    <dgm:cxn modelId="{E173FCEF-2F13-4EFA-B7CA-0F1343802148}" type="presOf" srcId="{2BFE5BB5-7C40-4849-8820-EBC17C1B3D3F}" destId="{1E139AB5-DEB4-4115-86FD-DAFB844DD7E8}" srcOrd="1" destOrd="0" presId="urn:microsoft.com/office/officeart/2016/7/layout/RepeatingBendingProcessNew"/>
    <dgm:cxn modelId="{02ED7FF6-E714-41BA-A996-311629072513}" type="presOf" srcId="{3F37771C-0263-473B-BB92-28A528E86269}" destId="{3786DFAB-1CAB-4ED8-B1A5-8EDB11764CD4}" srcOrd="0" destOrd="1" presId="urn:microsoft.com/office/officeart/2016/7/layout/RepeatingBendingProcessNew"/>
    <dgm:cxn modelId="{2ACA1BF7-E604-46C2-8968-64EF6394D9A2}" type="presOf" srcId="{042FA947-78C9-48FF-9DE6-EC455EC7ACE6}" destId="{E73F027E-4A12-4C43-A0F9-A2A126EFEAB2}" srcOrd="0" destOrd="0" presId="urn:microsoft.com/office/officeart/2016/7/layout/RepeatingBendingProcessNew"/>
    <dgm:cxn modelId="{A27614FB-17A3-4379-B086-C88331878AD2}" type="presOf" srcId="{B1FBC453-1985-4D55-8978-0431395963AD}" destId="{3786DFAB-1CAB-4ED8-B1A5-8EDB11764CD4}" srcOrd="0" destOrd="0" presId="urn:microsoft.com/office/officeart/2016/7/layout/RepeatingBendingProcessNew"/>
    <dgm:cxn modelId="{AA170EFD-2F95-4C3C-8A61-6CD66D336B28}" type="presOf" srcId="{7412AE39-4D4F-46A3-B774-DA12A62E6536}" destId="{7D94E9BA-3497-4109-BCC4-86B89B0A5D7C}" srcOrd="0" destOrd="0" presId="urn:microsoft.com/office/officeart/2016/7/layout/RepeatingBendingProcessNew"/>
    <dgm:cxn modelId="{FCF3CD83-B744-4539-8F1D-189DE0D53F3F}" type="presParOf" srcId="{1103C5EE-168F-44B4-80A8-02993C4B507E}" destId="{3786DFAB-1CAB-4ED8-B1A5-8EDB11764CD4}" srcOrd="0" destOrd="0" presId="urn:microsoft.com/office/officeart/2016/7/layout/RepeatingBendingProcessNew"/>
    <dgm:cxn modelId="{16AE2F50-0083-49C5-8CE1-57658A8E32D5}" type="presParOf" srcId="{1103C5EE-168F-44B4-80A8-02993C4B507E}" destId="{7D94E9BA-3497-4109-BCC4-86B89B0A5D7C}" srcOrd="1" destOrd="0" presId="urn:microsoft.com/office/officeart/2016/7/layout/RepeatingBendingProcessNew"/>
    <dgm:cxn modelId="{9E7D3E1F-06A1-4B4E-9D78-13D2B4609EDF}" type="presParOf" srcId="{7D94E9BA-3497-4109-BCC4-86B89B0A5D7C}" destId="{C3913F40-374F-4488-A7CA-7AB570AE7ACB}" srcOrd="0" destOrd="0" presId="urn:microsoft.com/office/officeart/2016/7/layout/RepeatingBendingProcessNew"/>
    <dgm:cxn modelId="{D67E1533-79D3-40A8-B8A7-EB3C9AD36ED4}" type="presParOf" srcId="{1103C5EE-168F-44B4-80A8-02993C4B507E}" destId="{1A72B643-B0C8-4F11-85F9-08EC527674B9}" srcOrd="2" destOrd="0" presId="urn:microsoft.com/office/officeart/2016/7/layout/RepeatingBendingProcessNew"/>
    <dgm:cxn modelId="{B8DEEB49-2239-41CE-93D5-5571C146AE36}" type="presParOf" srcId="{1103C5EE-168F-44B4-80A8-02993C4B507E}" destId="{E9D56FB8-B728-4820-A9E7-65F65F8C9756}" srcOrd="3" destOrd="0" presId="urn:microsoft.com/office/officeart/2016/7/layout/RepeatingBendingProcessNew"/>
    <dgm:cxn modelId="{9267219F-0332-4B8B-9E3F-752F2C2FA44C}" type="presParOf" srcId="{E9D56FB8-B728-4820-A9E7-65F65F8C9756}" destId="{1E139AB5-DEB4-4115-86FD-DAFB844DD7E8}" srcOrd="0" destOrd="0" presId="urn:microsoft.com/office/officeart/2016/7/layout/RepeatingBendingProcessNew"/>
    <dgm:cxn modelId="{C3280185-E98E-4239-B5FD-E41C7DDC8324}" type="presParOf" srcId="{1103C5EE-168F-44B4-80A8-02993C4B507E}" destId="{744AEE34-D825-4EA5-AF81-410AD89482A6}" srcOrd="4" destOrd="0" presId="urn:microsoft.com/office/officeart/2016/7/layout/RepeatingBendingProcessNew"/>
    <dgm:cxn modelId="{AC5DD202-571E-4037-A9A9-BA11CAA2DC01}" type="presParOf" srcId="{1103C5EE-168F-44B4-80A8-02993C4B507E}" destId="{E73F027E-4A12-4C43-A0F9-A2A126EFEAB2}" srcOrd="5" destOrd="0" presId="urn:microsoft.com/office/officeart/2016/7/layout/RepeatingBendingProcessNew"/>
    <dgm:cxn modelId="{F50500F3-83E9-4CEB-A89A-B7DECC36E28E}" type="presParOf" srcId="{E73F027E-4A12-4C43-A0F9-A2A126EFEAB2}" destId="{DCF301BC-B615-42BA-93C1-B0E9942DFA43}" srcOrd="0" destOrd="0" presId="urn:microsoft.com/office/officeart/2016/7/layout/RepeatingBendingProcessNew"/>
    <dgm:cxn modelId="{ECC15CB7-B8F8-4AB4-9A55-5BE3A91B92E0}" type="presParOf" srcId="{1103C5EE-168F-44B4-80A8-02993C4B507E}" destId="{B2288EDB-46FC-4DF4-8339-5EADB996E907}" srcOrd="6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D0E95C9-4CB8-4E36-9561-0583DA442B76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0702E6B8-8CEE-41A7-82E9-EB27570F2485}">
      <dgm:prSet/>
      <dgm:spPr/>
      <dgm:t>
        <a:bodyPr/>
        <a:lstStyle/>
        <a:p>
          <a:r>
            <a:rPr lang="en-US" b="1"/>
            <a:t>Book Listings</a:t>
          </a:r>
          <a:endParaRPr lang="en-US"/>
        </a:p>
      </dgm:t>
    </dgm:pt>
    <dgm:pt modelId="{0DA28240-185C-4E40-9389-CDBEC54914F6}" type="parTrans" cxnId="{3ED7A24B-8D2F-4A6E-9150-86463AF730D9}">
      <dgm:prSet/>
      <dgm:spPr/>
      <dgm:t>
        <a:bodyPr/>
        <a:lstStyle/>
        <a:p>
          <a:endParaRPr lang="en-US"/>
        </a:p>
      </dgm:t>
    </dgm:pt>
    <dgm:pt modelId="{8E8ECC79-00AE-4927-8F4F-077C29107DB9}" type="sibTrans" cxnId="{3ED7A24B-8D2F-4A6E-9150-86463AF730D9}">
      <dgm:prSet/>
      <dgm:spPr/>
      <dgm:t>
        <a:bodyPr/>
        <a:lstStyle/>
        <a:p>
          <a:endParaRPr lang="en-US"/>
        </a:p>
      </dgm:t>
    </dgm:pt>
    <dgm:pt modelId="{95514814-9267-4E74-8C20-13AE2A66DB03}">
      <dgm:prSet/>
      <dgm:spPr/>
      <dgm:t>
        <a:bodyPr/>
        <a:lstStyle/>
        <a:p>
          <a:r>
            <a:rPr lang="en-US"/>
            <a:t>Displays available textbooks.</a:t>
          </a:r>
        </a:p>
      </dgm:t>
    </dgm:pt>
    <dgm:pt modelId="{83496FD7-D0FA-46BD-9851-DD0981EF22AB}" type="parTrans" cxnId="{9B90EFB0-D2AA-454F-8F53-B1E962CC71BE}">
      <dgm:prSet/>
      <dgm:spPr/>
      <dgm:t>
        <a:bodyPr/>
        <a:lstStyle/>
        <a:p>
          <a:endParaRPr lang="en-US"/>
        </a:p>
      </dgm:t>
    </dgm:pt>
    <dgm:pt modelId="{347B0914-EB64-4D3B-ADC0-5F0FE9B7514B}" type="sibTrans" cxnId="{9B90EFB0-D2AA-454F-8F53-B1E962CC71BE}">
      <dgm:prSet/>
      <dgm:spPr/>
      <dgm:t>
        <a:bodyPr/>
        <a:lstStyle/>
        <a:p>
          <a:endParaRPr lang="en-US"/>
        </a:p>
      </dgm:t>
    </dgm:pt>
    <dgm:pt modelId="{5DF15181-0290-498F-998B-56424042B45A}">
      <dgm:prSet/>
      <dgm:spPr/>
      <dgm:t>
        <a:bodyPr/>
        <a:lstStyle/>
        <a:p>
          <a:r>
            <a:rPr lang="en-US" b="1"/>
            <a:t>Search Functionality</a:t>
          </a:r>
          <a:endParaRPr lang="en-US"/>
        </a:p>
      </dgm:t>
    </dgm:pt>
    <dgm:pt modelId="{45720EFA-87BD-4CD5-A6EB-A44FC053E374}" type="parTrans" cxnId="{D60DFC9F-2D24-48BF-A576-7F446D6FE0F3}">
      <dgm:prSet/>
      <dgm:spPr/>
      <dgm:t>
        <a:bodyPr/>
        <a:lstStyle/>
        <a:p>
          <a:endParaRPr lang="en-US"/>
        </a:p>
      </dgm:t>
    </dgm:pt>
    <dgm:pt modelId="{22D17004-1192-4B20-BAAA-4476E0AE2C3D}" type="sibTrans" cxnId="{D60DFC9F-2D24-48BF-A576-7F446D6FE0F3}">
      <dgm:prSet/>
      <dgm:spPr/>
      <dgm:t>
        <a:bodyPr/>
        <a:lstStyle/>
        <a:p>
          <a:endParaRPr lang="en-US"/>
        </a:p>
      </dgm:t>
    </dgm:pt>
    <dgm:pt modelId="{80AEE457-0F92-4BF5-B2E4-ECCE9C871211}">
      <dgm:prSet/>
      <dgm:spPr/>
      <dgm:t>
        <a:bodyPr/>
        <a:lstStyle/>
        <a:p>
          <a:r>
            <a:rPr lang="en-US"/>
            <a:t>Allows filtering by title, author, or course.</a:t>
          </a:r>
        </a:p>
      </dgm:t>
    </dgm:pt>
    <dgm:pt modelId="{CA71C1FA-2EA1-4F6D-A46A-B6F1EEB2B183}" type="parTrans" cxnId="{3BDC0218-76CB-4EA0-B540-4595D6276ED1}">
      <dgm:prSet/>
      <dgm:spPr/>
      <dgm:t>
        <a:bodyPr/>
        <a:lstStyle/>
        <a:p>
          <a:endParaRPr lang="en-US"/>
        </a:p>
      </dgm:t>
    </dgm:pt>
    <dgm:pt modelId="{5F81F3BA-7003-4AB9-99D8-D31C412661B7}" type="sibTrans" cxnId="{3BDC0218-76CB-4EA0-B540-4595D6276ED1}">
      <dgm:prSet/>
      <dgm:spPr/>
      <dgm:t>
        <a:bodyPr/>
        <a:lstStyle/>
        <a:p>
          <a:endParaRPr lang="en-US"/>
        </a:p>
      </dgm:t>
    </dgm:pt>
    <dgm:pt modelId="{5CB5567B-BEF4-4159-9D10-FA4D8A6B25B4}">
      <dgm:prSet/>
      <dgm:spPr/>
      <dgm:t>
        <a:bodyPr/>
        <a:lstStyle/>
        <a:p>
          <a:r>
            <a:rPr lang="en-US" b="1"/>
            <a:t>Book Details</a:t>
          </a:r>
          <a:endParaRPr lang="en-US"/>
        </a:p>
      </dgm:t>
    </dgm:pt>
    <dgm:pt modelId="{54A33FD7-0CFF-48F0-AD72-2222B38F8C69}" type="parTrans" cxnId="{F53E7747-7A58-4511-B370-F4DAD1252329}">
      <dgm:prSet/>
      <dgm:spPr/>
      <dgm:t>
        <a:bodyPr/>
        <a:lstStyle/>
        <a:p>
          <a:endParaRPr lang="en-US"/>
        </a:p>
      </dgm:t>
    </dgm:pt>
    <dgm:pt modelId="{F762E16B-1739-4715-A037-069C463AA7CC}" type="sibTrans" cxnId="{F53E7747-7A58-4511-B370-F4DAD1252329}">
      <dgm:prSet/>
      <dgm:spPr/>
      <dgm:t>
        <a:bodyPr/>
        <a:lstStyle/>
        <a:p>
          <a:endParaRPr lang="en-US"/>
        </a:p>
      </dgm:t>
    </dgm:pt>
    <dgm:pt modelId="{9EE8127D-D7BB-4BC6-8DEC-060D5417254B}">
      <dgm:prSet/>
      <dgm:spPr/>
      <dgm:t>
        <a:bodyPr/>
        <a:lstStyle/>
        <a:p>
          <a:r>
            <a:rPr lang="en-US"/>
            <a:t>Displays detailed information.</a:t>
          </a:r>
        </a:p>
      </dgm:t>
    </dgm:pt>
    <dgm:pt modelId="{0A50A447-A0BA-455F-BC8F-662CC82CCFB3}" type="parTrans" cxnId="{C0C4AC0C-5658-4834-9F87-B9BD1BEA83BF}">
      <dgm:prSet/>
      <dgm:spPr/>
      <dgm:t>
        <a:bodyPr/>
        <a:lstStyle/>
        <a:p>
          <a:endParaRPr lang="en-US"/>
        </a:p>
      </dgm:t>
    </dgm:pt>
    <dgm:pt modelId="{C16FF3EB-92B8-48D2-86C7-8D8C2C616869}" type="sibTrans" cxnId="{C0C4AC0C-5658-4834-9F87-B9BD1BEA83BF}">
      <dgm:prSet/>
      <dgm:spPr/>
      <dgm:t>
        <a:bodyPr/>
        <a:lstStyle/>
        <a:p>
          <a:endParaRPr lang="en-US"/>
        </a:p>
      </dgm:t>
    </dgm:pt>
    <dgm:pt modelId="{D5473A32-D7AA-4E22-B399-C04F47192E3B}">
      <dgm:prSet/>
      <dgm:spPr/>
      <dgm:t>
        <a:bodyPr/>
        <a:lstStyle/>
        <a:p>
          <a:r>
            <a:rPr lang="en-US" b="1"/>
            <a:t>Contact Seller</a:t>
          </a:r>
          <a:endParaRPr lang="en-US"/>
        </a:p>
      </dgm:t>
    </dgm:pt>
    <dgm:pt modelId="{562399BA-C83F-4383-9BE0-E3ED0B9F58FA}" type="parTrans" cxnId="{6C938C72-0D2E-4A59-9A8E-9D74D505AC03}">
      <dgm:prSet/>
      <dgm:spPr/>
      <dgm:t>
        <a:bodyPr/>
        <a:lstStyle/>
        <a:p>
          <a:endParaRPr lang="en-US"/>
        </a:p>
      </dgm:t>
    </dgm:pt>
    <dgm:pt modelId="{B49D0611-F30A-4FEE-9519-F20F1362587B}" type="sibTrans" cxnId="{6C938C72-0D2E-4A59-9A8E-9D74D505AC03}">
      <dgm:prSet/>
      <dgm:spPr/>
      <dgm:t>
        <a:bodyPr/>
        <a:lstStyle/>
        <a:p>
          <a:endParaRPr lang="en-US"/>
        </a:p>
      </dgm:t>
    </dgm:pt>
    <dgm:pt modelId="{DCFEF6F3-E81B-4765-97EB-53D1FBAF552E}">
      <dgm:prSet/>
      <dgm:spPr/>
      <dgm:t>
        <a:bodyPr/>
        <a:lstStyle/>
        <a:p>
          <a:r>
            <a:rPr lang="en-US"/>
            <a:t>Allows enquiries.</a:t>
          </a:r>
        </a:p>
      </dgm:t>
    </dgm:pt>
    <dgm:pt modelId="{ACA257F7-9DFC-4E82-9BA2-F16F4121742E}" type="parTrans" cxnId="{DEC1F5CE-E03C-4478-99D3-A810BAC1FCDC}">
      <dgm:prSet/>
      <dgm:spPr/>
      <dgm:t>
        <a:bodyPr/>
        <a:lstStyle/>
        <a:p>
          <a:endParaRPr lang="en-US"/>
        </a:p>
      </dgm:t>
    </dgm:pt>
    <dgm:pt modelId="{F77E3F86-9AE6-47F3-ADD8-B372FEB89DDD}" type="sibTrans" cxnId="{DEC1F5CE-E03C-4478-99D3-A810BAC1FCDC}">
      <dgm:prSet/>
      <dgm:spPr/>
      <dgm:t>
        <a:bodyPr/>
        <a:lstStyle/>
        <a:p>
          <a:endParaRPr lang="en-US"/>
        </a:p>
      </dgm:t>
    </dgm:pt>
    <dgm:pt modelId="{E8C82BD2-740F-4D2D-847C-33B21F299DCE}">
      <dgm:prSet/>
      <dgm:spPr/>
      <dgm:t>
        <a:bodyPr/>
        <a:lstStyle/>
        <a:p>
          <a:r>
            <a:rPr lang="en-US" b="1"/>
            <a:t>Navigation</a:t>
          </a:r>
          <a:endParaRPr lang="en-US"/>
        </a:p>
      </dgm:t>
    </dgm:pt>
    <dgm:pt modelId="{E5069308-FBD8-4B87-ACE4-905708E4A3DC}" type="parTrans" cxnId="{8A54BCB8-3AA7-4DA1-8519-8D50E2A9FE72}">
      <dgm:prSet/>
      <dgm:spPr/>
      <dgm:t>
        <a:bodyPr/>
        <a:lstStyle/>
        <a:p>
          <a:endParaRPr lang="en-US"/>
        </a:p>
      </dgm:t>
    </dgm:pt>
    <dgm:pt modelId="{B7812661-283A-4CDB-8653-91A035F35C57}" type="sibTrans" cxnId="{8A54BCB8-3AA7-4DA1-8519-8D50E2A9FE72}">
      <dgm:prSet/>
      <dgm:spPr/>
      <dgm:t>
        <a:bodyPr/>
        <a:lstStyle/>
        <a:p>
          <a:endParaRPr lang="en-US"/>
        </a:p>
      </dgm:t>
    </dgm:pt>
    <dgm:pt modelId="{8CC6B06A-1278-45E2-AB90-DE03FB4762C7}">
      <dgm:prSet/>
      <dgm:spPr/>
      <dgm:t>
        <a:bodyPr/>
        <a:lstStyle/>
        <a:p>
          <a:r>
            <a:rPr lang="en-US"/>
            <a:t>Bottom navigation between screens.</a:t>
          </a:r>
        </a:p>
      </dgm:t>
    </dgm:pt>
    <dgm:pt modelId="{533367FD-05A4-460C-8B60-C62FCEB94845}" type="parTrans" cxnId="{E7F9C1D4-0E2D-4228-BF82-18813CDC378D}">
      <dgm:prSet/>
      <dgm:spPr/>
      <dgm:t>
        <a:bodyPr/>
        <a:lstStyle/>
        <a:p>
          <a:endParaRPr lang="en-US"/>
        </a:p>
      </dgm:t>
    </dgm:pt>
    <dgm:pt modelId="{E39168C4-2194-41CF-A931-465637B270C2}" type="sibTrans" cxnId="{E7F9C1D4-0E2D-4228-BF82-18813CDC378D}">
      <dgm:prSet/>
      <dgm:spPr/>
      <dgm:t>
        <a:bodyPr/>
        <a:lstStyle/>
        <a:p>
          <a:endParaRPr lang="en-US"/>
        </a:p>
      </dgm:t>
    </dgm:pt>
    <dgm:pt modelId="{BDCAC82D-44EF-438D-B14C-A127BE391D0B}" type="pres">
      <dgm:prSet presAssocID="{9D0E95C9-4CB8-4E36-9561-0583DA442B76}" presName="linear" presStyleCnt="0">
        <dgm:presLayoutVars>
          <dgm:animLvl val="lvl"/>
          <dgm:resizeHandles val="exact"/>
        </dgm:presLayoutVars>
      </dgm:prSet>
      <dgm:spPr/>
    </dgm:pt>
    <dgm:pt modelId="{E2048C4A-ED73-40E5-8058-0B6431C5E2DD}" type="pres">
      <dgm:prSet presAssocID="{0702E6B8-8CEE-41A7-82E9-EB27570F2485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5C07994B-06CF-49DD-BC1F-F175078E447D}" type="pres">
      <dgm:prSet presAssocID="{0702E6B8-8CEE-41A7-82E9-EB27570F2485}" presName="childText" presStyleLbl="revTx" presStyleIdx="0" presStyleCnt="5">
        <dgm:presLayoutVars>
          <dgm:bulletEnabled val="1"/>
        </dgm:presLayoutVars>
      </dgm:prSet>
      <dgm:spPr/>
    </dgm:pt>
    <dgm:pt modelId="{CCD35BA7-EA38-4EE1-BBA8-B0B0B1E2CFDF}" type="pres">
      <dgm:prSet presAssocID="{5DF15181-0290-498F-998B-56424042B45A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C81B7F98-6F94-4281-A3CD-73988C9F985C}" type="pres">
      <dgm:prSet presAssocID="{5DF15181-0290-498F-998B-56424042B45A}" presName="childText" presStyleLbl="revTx" presStyleIdx="1" presStyleCnt="5">
        <dgm:presLayoutVars>
          <dgm:bulletEnabled val="1"/>
        </dgm:presLayoutVars>
      </dgm:prSet>
      <dgm:spPr/>
    </dgm:pt>
    <dgm:pt modelId="{AA306B69-7271-4059-B1B5-AC3404505C92}" type="pres">
      <dgm:prSet presAssocID="{5CB5567B-BEF4-4159-9D10-FA4D8A6B25B4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6F013744-EE7D-4058-974C-F2D9BAAAEF1B}" type="pres">
      <dgm:prSet presAssocID="{5CB5567B-BEF4-4159-9D10-FA4D8A6B25B4}" presName="childText" presStyleLbl="revTx" presStyleIdx="2" presStyleCnt="5">
        <dgm:presLayoutVars>
          <dgm:bulletEnabled val="1"/>
        </dgm:presLayoutVars>
      </dgm:prSet>
      <dgm:spPr/>
    </dgm:pt>
    <dgm:pt modelId="{463CB9A8-E3BC-449D-9A1A-6F63B07C3BDE}" type="pres">
      <dgm:prSet presAssocID="{D5473A32-D7AA-4E22-B399-C04F47192E3B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30A4FE5B-461A-4EA6-B370-B4A28AD1CF7F}" type="pres">
      <dgm:prSet presAssocID="{D5473A32-D7AA-4E22-B399-C04F47192E3B}" presName="childText" presStyleLbl="revTx" presStyleIdx="3" presStyleCnt="5">
        <dgm:presLayoutVars>
          <dgm:bulletEnabled val="1"/>
        </dgm:presLayoutVars>
      </dgm:prSet>
      <dgm:spPr/>
    </dgm:pt>
    <dgm:pt modelId="{372FB4B3-90C5-4ED9-85E0-73EBBB24D735}" type="pres">
      <dgm:prSet presAssocID="{E8C82BD2-740F-4D2D-847C-33B21F299DCE}" presName="parentText" presStyleLbl="node1" presStyleIdx="4" presStyleCnt="5">
        <dgm:presLayoutVars>
          <dgm:chMax val="0"/>
          <dgm:bulletEnabled val="1"/>
        </dgm:presLayoutVars>
      </dgm:prSet>
      <dgm:spPr/>
    </dgm:pt>
    <dgm:pt modelId="{CB6CBF79-A973-4B39-97BE-8300F088814C}" type="pres">
      <dgm:prSet presAssocID="{E8C82BD2-740F-4D2D-847C-33B21F299DCE}" presName="childText" presStyleLbl="revTx" presStyleIdx="4" presStyleCnt="5">
        <dgm:presLayoutVars>
          <dgm:bulletEnabled val="1"/>
        </dgm:presLayoutVars>
      </dgm:prSet>
      <dgm:spPr/>
    </dgm:pt>
  </dgm:ptLst>
  <dgm:cxnLst>
    <dgm:cxn modelId="{6ACEC40B-4CC4-472B-BFEB-9AFB18724C43}" type="presOf" srcId="{DCFEF6F3-E81B-4765-97EB-53D1FBAF552E}" destId="{30A4FE5B-461A-4EA6-B370-B4A28AD1CF7F}" srcOrd="0" destOrd="0" presId="urn:microsoft.com/office/officeart/2005/8/layout/vList2"/>
    <dgm:cxn modelId="{C0C4AC0C-5658-4834-9F87-B9BD1BEA83BF}" srcId="{5CB5567B-BEF4-4159-9D10-FA4D8A6B25B4}" destId="{9EE8127D-D7BB-4BC6-8DEC-060D5417254B}" srcOrd="0" destOrd="0" parTransId="{0A50A447-A0BA-455F-BC8F-662CC82CCFB3}" sibTransId="{C16FF3EB-92B8-48D2-86C7-8D8C2C616869}"/>
    <dgm:cxn modelId="{3BDC0218-76CB-4EA0-B540-4595D6276ED1}" srcId="{5DF15181-0290-498F-998B-56424042B45A}" destId="{80AEE457-0F92-4BF5-B2E4-ECCE9C871211}" srcOrd="0" destOrd="0" parTransId="{CA71C1FA-2EA1-4F6D-A46A-B6F1EEB2B183}" sibTransId="{5F81F3BA-7003-4AB9-99D8-D31C412661B7}"/>
    <dgm:cxn modelId="{C8DD552A-B462-4B20-8B46-6C802E7235FD}" type="presOf" srcId="{8CC6B06A-1278-45E2-AB90-DE03FB4762C7}" destId="{CB6CBF79-A973-4B39-97BE-8300F088814C}" srcOrd="0" destOrd="0" presId="urn:microsoft.com/office/officeart/2005/8/layout/vList2"/>
    <dgm:cxn modelId="{76BD1644-C7C7-4F05-9ADD-868A510C402A}" type="presOf" srcId="{9EE8127D-D7BB-4BC6-8DEC-060D5417254B}" destId="{6F013744-EE7D-4058-974C-F2D9BAAAEF1B}" srcOrd="0" destOrd="0" presId="urn:microsoft.com/office/officeart/2005/8/layout/vList2"/>
    <dgm:cxn modelId="{F53E7747-7A58-4511-B370-F4DAD1252329}" srcId="{9D0E95C9-4CB8-4E36-9561-0583DA442B76}" destId="{5CB5567B-BEF4-4159-9D10-FA4D8A6B25B4}" srcOrd="2" destOrd="0" parTransId="{54A33FD7-0CFF-48F0-AD72-2222B38F8C69}" sibTransId="{F762E16B-1739-4715-A037-069C463AA7CC}"/>
    <dgm:cxn modelId="{3ED7A24B-8D2F-4A6E-9150-86463AF730D9}" srcId="{9D0E95C9-4CB8-4E36-9561-0583DA442B76}" destId="{0702E6B8-8CEE-41A7-82E9-EB27570F2485}" srcOrd="0" destOrd="0" parTransId="{0DA28240-185C-4E40-9389-CDBEC54914F6}" sibTransId="{8E8ECC79-00AE-4927-8F4F-077C29107DB9}"/>
    <dgm:cxn modelId="{68F5AC6C-E1A8-4F59-B073-0AB05759D887}" type="presOf" srcId="{5CB5567B-BEF4-4159-9D10-FA4D8A6B25B4}" destId="{AA306B69-7271-4059-B1B5-AC3404505C92}" srcOrd="0" destOrd="0" presId="urn:microsoft.com/office/officeart/2005/8/layout/vList2"/>
    <dgm:cxn modelId="{A0593252-179A-46F0-BD65-6603C7BD6C3A}" type="presOf" srcId="{0702E6B8-8CEE-41A7-82E9-EB27570F2485}" destId="{E2048C4A-ED73-40E5-8058-0B6431C5E2DD}" srcOrd="0" destOrd="0" presId="urn:microsoft.com/office/officeart/2005/8/layout/vList2"/>
    <dgm:cxn modelId="{6C938C72-0D2E-4A59-9A8E-9D74D505AC03}" srcId="{9D0E95C9-4CB8-4E36-9561-0583DA442B76}" destId="{D5473A32-D7AA-4E22-B399-C04F47192E3B}" srcOrd="3" destOrd="0" parTransId="{562399BA-C83F-4383-9BE0-E3ED0B9F58FA}" sibTransId="{B49D0611-F30A-4FEE-9519-F20F1362587B}"/>
    <dgm:cxn modelId="{D60DFC9F-2D24-48BF-A576-7F446D6FE0F3}" srcId="{9D0E95C9-4CB8-4E36-9561-0583DA442B76}" destId="{5DF15181-0290-498F-998B-56424042B45A}" srcOrd="1" destOrd="0" parTransId="{45720EFA-87BD-4CD5-A6EB-A44FC053E374}" sibTransId="{22D17004-1192-4B20-BAAA-4476E0AE2C3D}"/>
    <dgm:cxn modelId="{9B90EFB0-D2AA-454F-8F53-B1E962CC71BE}" srcId="{0702E6B8-8CEE-41A7-82E9-EB27570F2485}" destId="{95514814-9267-4E74-8C20-13AE2A66DB03}" srcOrd="0" destOrd="0" parTransId="{83496FD7-D0FA-46BD-9851-DD0981EF22AB}" sibTransId="{347B0914-EB64-4D3B-ADC0-5F0FE9B7514B}"/>
    <dgm:cxn modelId="{8A54BCB8-3AA7-4DA1-8519-8D50E2A9FE72}" srcId="{9D0E95C9-4CB8-4E36-9561-0583DA442B76}" destId="{E8C82BD2-740F-4D2D-847C-33B21F299DCE}" srcOrd="4" destOrd="0" parTransId="{E5069308-FBD8-4B87-ACE4-905708E4A3DC}" sibTransId="{B7812661-283A-4CDB-8653-91A035F35C57}"/>
    <dgm:cxn modelId="{ADA9E7C6-CE4D-440F-A156-3308F1054378}" type="presOf" srcId="{80AEE457-0F92-4BF5-B2E4-ECCE9C871211}" destId="{C81B7F98-6F94-4281-A3CD-73988C9F985C}" srcOrd="0" destOrd="0" presId="urn:microsoft.com/office/officeart/2005/8/layout/vList2"/>
    <dgm:cxn modelId="{DEC1F5CE-E03C-4478-99D3-A810BAC1FCDC}" srcId="{D5473A32-D7AA-4E22-B399-C04F47192E3B}" destId="{DCFEF6F3-E81B-4765-97EB-53D1FBAF552E}" srcOrd="0" destOrd="0" parTransId="{ACA257F7-9DFC-4E82-9BA2-F16F4121742E}" sibTransId="{F77E3F86-9AE6-47F3-ADD8-B372FEB89DDD}"/>
    <dgm:cxn modelId="{3A597DD3-FF7C-4B9D-9C3C-66F37B6B7A45}" type="presOf" srcId="{E8C82BD2-740F-4D2D-847C-33B21F299DCE}" destId="{372FB4B3-90C5-4ED9-85E0-73EBBB24D735}" srcOrd="0" destOrd="0" presId="urn:microsoft.com/office/officeart/2005/8/layout/vList2"/>
    <dgm:cxn modelId="{E7F9C1D4-0E2D-4228-BF82-18813CDC378D}" srcId="{E8C82BD2-740F-4D2D-847C-33B21F299DCE}" destId="{8CC6B06A-1278-45E2-AB90-DE03FB4762C7}" srcOrd="0" destOrd="0" parTransId="{533367FD-05A4-460C-8B60-C62FCEB94845}" sibTransId="{E39168C4-2194-41CF-A931-465637B270C2}"/>
    <dgm:cxn modelId="{FB2CF1D9-12CB-4D19-A160-4241A658A34C}" type="presOf" srcId="{95514814-9267-4E74-8C20-13AE2A66DB03}" destId="{5C07994B-06CF-49DD-BC1F-F175078E447D}" srcOrd="0" destOrd="0" presId="urn:microsoft.com/office/officeart/2005/8/layout/vList2"/>
    <dgm:cxn modelId="{AEC6CEE7-64EF-4C5E-B23D-E5CB543DBDF5}" type="presOf" srcId="{9D0E95C9-4CB8-4E36-9561-0583DA442B76}" destId="{BDCAC82D-44EF-438D-B14C-A127BE391D0B}" srcOrd="0" destOrd="0" presId="urn:microsoft.com/office/officeart/2005/8/layout/vList2"/>
    <dgm:cxn modelId="{185BB7EB-775D-4059-8076-9312C75261A7}" type="presOf" srcId="{5DF15181-0290-498F-998B-56424042B45A}" destId="{CCD35BA7-EA38-4EE1-BBA8-B0B0B1E2CFDF}" srcOrd="0" destOrd="0" presId="urn:microsoft.com/office/officeart/2005/8/layout/vList2"/>
    <dgm:cxn modelId="{FC1CB2ED-9D47-4B8C-A418-E6FB90E38AE5}" type="presOf" srcId="{D5473A32-D7AA-4E22-B399-C04F47192E3B}" destId="{463CB9A8-E3BC-449D-9A1A-6F63B07C3BDE}" srcOrd="0" destOrd="0" presId="urn:microsoft.com/office/officeart/2005/8/layout/vList2"/>
    <dgm:cxn modelId="{B6B4EA32-E5BC-45EF-A868-B297AC883C61}" type="presParOf" srcId="{BDCAC82D-44EF-438D-B14C-A127BE391D0B}" destId="{E2048C4A-ED73-40E5-8058-0B6431C5E2DD}" srcOrd="0" destOrd="0" presId="urn:microsoft.com/office/officeart/2005/8/layout/vList2"/>
    <dgm:cxn modelId="{C0E5D344-4B99-4D2C-89F9-B3EC3A94F754}" type="presParOf" srcId="{BDCAC82D-44EF-438D-B14C-A127BE391D0B}" destId="{5C07994B-06CF-49DD-BC1F-F175078E447D}" srcOrd="1" destOrd="0" presId="urn:microsoft.com/office/officeart/2005/8/layout/vList2"/>
    <dgm:cxn modelId="{53654215-5377-4948-A985-ED52E9B24BBC}" type="presParOf" srcId="{BDCAC82D-44EF-438D-B14C-A127BE391D0B}" destId="{CCD35BA7-EA38-4EE1-BBA8-B0B0B1E2CFDF}" srcOrd="2" destOrd="0" presId="urn:microsoft.com/office/officeart/2005/8/layout/vList2"/>
    <dgm:cxn modelId="{97F82450-08AD-4088-AFC0-A97DFC609275}" type="presParOf" srcId="{BDCAC82D-44EF-438D-B14C-A127BE391D0B}" destId="{C81B7F98-6F94-4281-A3CD-73988C9F985C}" srcOrd="3" destOrd="0" presId="urn:microsoft.com/office/officeart/2005/8/layout/vList2"/>
    <dgm:cxn modelId="{19528B25-F11E-4BD8-8746-A844650EBA11}" type="presParOf" srcId="{BDCAC82D-44EF-438D-B14C-A127BE391D0B}" destId="{AA306B69-7271-4059-B1B5-AC3404505C92}" srcOrd="4" destOrd="0" presId="urn:microsoft.com/office/officeart/2005/8/layout/vList2"/>
    <dgm:cxn modelId="{7DB3B2AB-FD23-42B5-8139-0781A2A19146}" type="presParOf" srcId="{BDCAC82D-44EF-438D-B14C-A127BE391D0B}" destId="{6F013744-EE7D-4058-974C-F2D9BAAAEF1B}" srcOrd="5" destOrd="0" presId="urn:microsoft.com/office/officeart/2005/8/layout/vList2"/>
    <dgm:cxn modelId="{16170F37-1355-4BE1-BCA0-2784776C1DFC}" type="presParOf" srcId="{BDCAC82D-44EF-438D-B14C-A127BE391D0B}" destId="{463CB9A8-E3BC-449D-9A1A-6F63B07C3BDE}" srcOrd="6" destOrd="0" presId="urn:microsoft.com/office/officeart/2005/8/layout/vList2"/>
    <dgm:cxn modelId="{E69C86F3-EC29-4D77-B7CB-EF42EE9F8DD1}" type="presParOf" srcId="{BDCAC82D-44EF-438D-B14C-A127BE391D0B}" destId="{30A4FE5B-461A-4EA6-B370-B4A28AD1CF7F}" srcOrd="7" destOrd="0" presId="urn:microsoft.com/office/officeart/2005/8/layout/vList2"/>
    <dgm:cxn modelId="{751A5542-A6AE-473D-B6B0-74873C2D9ECA}" type="presParOf" srcId="{BDCAC82D-44EF-438D-B14C-A127BE391D0B}" destId="{372FB4B3-90C5-4ED9-85E0-73EBBB24D735}" srcOrd="8" destOrd="0" presId="urn:microsoft.com/office/officeart/2005/8/layout/vList2"/>
    <dgm:cxn modelId="{3585C3F2-E41F-4889-B067-6EE2BC611361}" type="presParOf" srcId="{BDCAC82D-44EF-438D-B14C-A127BE391D0B}" destId="{CB6CBF79-A973-4B39-97BE-8300F088814C}" srcOrd="9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60730D1-29C5-4C0C-93D2-3D372C9AFA19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57B4D012-E7FF-4AAF-AB17-596E8FA2384D}">
      <dgm:prSet/>
      <dgm:spPr/>
      <dgm:t>
        <a:bodyPr/>
        <a:lstStyle/>
        <a:p>
          <a:r>
            <a:rPr lang="en-US" b="1"/>
            <a:t>Design Principles</a:t>
          </a:r>
          <a:endParaRPr lang="en-US"/>
        </a:p>
      </dgm:t>
    </dgm:pt>
    <dgm:pt modelId="{22CEE36B-466F-48C2-9AF2-6C7C2B35F6F1}" type="parTrans" cxnId="{3E13D337-F8A8-46AD-BACD-E6035AA8E870}">
      <dgm:prSet/>
      <dgm:spPr/>
      <dgm:t>
        <a:bodyPr/>
        <a:lstStyle/>
        <a:p>
          <a:endParaRPr lang="en-US"/>
        </a:p>
      </dgm:t>
    </dgm:pt>
    <dgm:pt modelId="{B0508ED4-C595-4429-BDE4-373E8C126AEA}" type="sibTrans" cxnId="{3E13D337-F8A8-46AD-BACD-E6035AA8E870}">
      <dgm:prSet/>
      <dgm:spPr/>
      <dgm:t>
        <a:bodyPr/>
        <a:lstStyle/>
        <a:p>
          <a:endParaRPr lang="en-US"/>
        </a:p>
      </dgm:t>
    </dgm:pt>
    <dgm:pt modelId="{7D71537E-D13D-45F0-8BDE-785AE6E578FD}">
      <dgm:prSet/>
      <dgm:spPr/>
      <dgm:t>
        <a:bodyPr/>
        <a:lstStyle/>
        <a:p>
          <a:r>
            <a:rPr lang="en-US"/>
            <a:t>Simple navigation </a:t>
          </a:r>
        </a:p>
      </dgm:t>
    </dgm:pt>
    <dgm:pt modelId="{BFD2DCA5-2BD7-49AE-9065-B6CA0968D22B}" type="parTrans" cxnId="{97A45533-2D68-4C07-BA51-75023E667129}">
      <dgm:prSet/>
      <dgm:spPr/>
      <dgm:t>
        <a:bodyPr/>
        <a:lstStyle/>
        <a:p>
          <a:endParaRPr lang="en-US"/>
        </a:p>
      </dgm:t>
    </dgm:pt>
    <dgm:pt modelId="{0BD4C3C4-6E08-4DF6-B7B6-849D952DAFC2}" type="sibTrans" cxnId="{97A45533-2D68-4C07-BA51-75023E667129}">
      <dgm:prSet/>
      <dgm:spPr/>
      <dgm:t>
        <a:bodyPr/>
        <a:lstStyle/>
        <a:p>
          <a:endParaRPr lang="en-US"/>
        </a:p>
      </dgm:t>
    </dgm:pt>
    <dgm:pt modelId="{F02BBE87-8520-4CD8-A9E3-FFB7765F1052}">
      <dgm:prSet/>
      <dgm:spPr/>
      <dgm:t>
        <a:bodyPr/>
        <a:lstStyle/>
        <a:p>
          <a:r>
            <a:rPr lang="en-US"/>
            <a:t>Readability </a:t>
          </a:r>
        </a:p>
      </dgm:t>
    </dgm:pt>
    <dgm:pt modelId="{31180C5A-A9DC-4AC6-A641-884627B9189C}" type="parTrans" cxnId="{D2129C3C-5A59-4F40-AED3-9825A95D84E5}">
      <dgm:prSet/>
      <dgm:spPr/>
      <dgm:t>
        <a:bodyPr/>
        <a:lstStyle/>
        <a:p>
          <a:endParaRPr lang="en-US"/>
        </a:p>
      </dgm:t>
    </dgm:pt>
    <dgm:pt modelId="{C9F5B995-A25D-4D11-93D5-42F0C37417A5}" type="sibTrans" cxnId="{D2129C3C-5A59-4F40-AED3-9825A95D84E5}">
      <dgm:prSet/>
      <dgm:spPr/>
      <dgm:t>
        <a:bodyPr/>
        <a:lstStyle/>
        <a:p>
          <a:endParaRPr lang="en-US"/>
        </a:p>
      </dgm:t>
    </dgm:pt>
    <dgm:pt modelId="{0171D063-F09A-458E-8AD1-7D5B9719BE97}">
      <dgm:prSet/>
      <dgm:spPr/>
      <dgm:t>
        <a:bodyPr/>
        <a:lstStyle/>
        <a:p>
          <a:r>
            <a:rPr lang="en-US"/>
            <a:t>Accessibility </a:t>
          </a:r>
        </a:p>
      </dgm:t>
    </dgm:pt>
    <dgm:pt modelId="{ECF7EB5C-9268-4904-99DB-CD9D60992FE8}" type="parTrans" cxnId="{83091280-DD4D-415A-BE0A-9396C8B3291F}">
      <dgm:prSet/>
      <dgm:spPr/>
      <dgm:t>
        <a:bodyPr/>
        <a:lstStyle/>
        <a:p>
          <a:endParaRPr lang="en-US"/>
        </a:p>
      </dgm:t>
    </dgm:pt>
    <dgm:pt modelId="{9D24933A-78F1-4D09-AD45-4225F42FD6F8}" type="sibTrans" cxnId="{83091280-DD4D-415A-BE0A-9396C8B3291F}">
      <dgm:prSet/>
      <dgm:spPr/>
      <dgm:t>
        <a:bodyPr/>
        <a:lstStyle/>
        <a:p>
          <a:endParaRPr lang="en-US"/>
        </a:p>
      </dgm:t>
    </dgm:pt>
    <dgm:pt modelId="{2C60B7B0-DF30-42D4-AB04-FF1CD5491DFE}">
      <dgm:prSet/>
      <dgm:spPr/>
      <dgm:t>
        <a:bodyPr/>
        <a:lstStyle/>
        <a:p>
          <a:r>
            <a:rPr lang="en-US"/>
            <a:t>Consistent colors </a:t>
          </a:r>
        </a:p>
      </dgm:t>
    </dgm:pt>
    <dgm:pt modelId="{40E56DD2-4E89-4538-83D9-09AB221D26DF}" type="parTrans" cxnId="{891E558B-631B-4C23-85D8-930F3DB08270}">
      <dgm:prSet/>
      <dgm:spPr/>
      <dgm:t>
        <a:bodyPr/>
        <a:lstStyle/>
        <a:p>
          <a:endParaRPr lang="en-US"/>
        </a:p>
      </dgm:t>
    </dgm:pt>
    <dgm:pt modelId="{B6C908A4-2A45-4CAC-994F-BC85F1E7DD5D}" type="sibTrans" cxnId="{891E558B-631B-4C23-85D8-930F3DB08270}">
      <dgm:prSet/>
      <dgm:spPr/>
      <dgm:t>
        <a:bodyPr/>
        <a:lstStyle/>
        <a:p>
          <a:endParaRPr lang="en-US"/>
        </a:p>
      </dgm:t>
    </dgm:pt>
    <dgm:pt modelId="{8D0785F5-1536-4E06-9CBB-A2B6DE050A7B}">
      <dgm:prSet/>
      <dgm:spPr/>
      <dgm:t>
        <a:bodyPr/>
        <a:lstStyle/>
        <a:p>
          <a:r>
            <a:rPr lang="en-US" b="1"/>
            <a:t>African Theme</a:t>
          </a:r>
          <a:endParaRPr lang="en-US"/>
        </a:p>
      </dgm:t>
    </dgm:pt>
    <dgm:pt modelId="{E766A6E9-FB48-43C4-A0EF-8DDD90727D12}" type="parTrans" cxnId="{DF908B76-5E35-4682-8261-F92B3F1F0FC4}">
      <dgm:prSet/>
      <dgm:spPr/>
      <dgm:t>
        <a:bodyPr/>
        <a:lstStyle/>
        <a:p>
          <a:endParaRPr lang="en-US"/>
        </a:p>
      </dgm:t>
    </dgm:pt>
    <dgm:pt modelId="{EA35F67B-1571-420A-BFC3-FCF18A8CF755}" type="sibTrans" cxnId="{DF908B76-5E35-4682-8261-F92B3F1F0FC4}">
      <dgm:prSet/>
      <dgm:spPr/>
      <dgm:t>
        <a:bodyPr/>
        <a:lstStyle/>
        <a:p>
          <a:endParaRPr lang="en-US"/>
        </a:p>
      </dgm:t>
    </dgm:pt>
    <dgm:pt modelId="{184144DD-124E-43E3-8319-6A5EFEF7C9B3}">
      <dgm:prSet/>
      <dgm:spPr/>
      <dgm:t>
        <a:bodyPr/>
        <a:lstStyle/>
        <a:p>
          <a:r>
            <a:rPr lang="en-US"/>
            <a:t>Warm colors </a:t>
          </a:r>
        </a:p>
      </dgm:t>
    </dgm:pt>
    <dgm:pt modelId="{89A8E0B8-9AE1-4BC1-B41B-3F6250FEDD77}" type="parTrans" cxnId="{FBB04F21-0FE0-4977-86A7-5832E07BB0F1}">
      <dgm:prSet/>
      <dgm:spPr/>
      <dgm:t>
        <a:bodyPr/>
        <a:lstStyle/>
        <a:p>
          <a:endParaRPr lang="en-US"/>
        </a:p>
      </dgm:t>
    </dgm:pt>
    <dgm:pt modelId="{293FDF1D-5748-4935-A038-0FAF045F9A52}" type="sibTrans" cxnId="{FBB04F21-0FE0-4977-86A7-5832E07BB0F1}">
      <dgm:prSet/>
      <dgm:spPr/>
      <dgm:t>
        <a:bodyPr/>
        <a:lstStyle/>
        <a:p>
          <a:endParaRPr lang="en-US"/>
        </a:p>
      </dgm:t>
    </dgm:pt>
    <dgm:pt modelId="{72FFB3E8-D67D-4FBF-BB51-7FE1E792706B}">
      <dgm:prSet/>
      <dgm:spPr/>
      <dgm:t>
        <a:bodyPr/>
        <a:lstStyle/>
        <a:p>
          <a:r>
            <a:rPr lang="en-US"/>
            <a:t>Educational focus </a:t>
          </a:r>
        </a:p>
      </dgm:t>
    </dgm:pt>
    <dgm:pt modelId="{5826AB50-11BF-4754-94DB-875E93BE22F6}" type="parTrans" cxnId="{DD32BCA6-2F3F-4F65-BCFC-6A451ED32B86}">
      <dgm:prSet/>
      <dgm:spPr/>
      <dgm:t>
        <a:bodyPr/>
        <a:lstStyle/>
        <a:p>
          <a:endParaRPr lang="en-US"/>
        </a:p>
      </dgm:t>
    </dgm:pt>
    <dgm:pt modelId="{9EE9578E-C016-43B2-9773-71183A081F81}" type="sibTrans" cxnId="{DD32BCA6-2F3F-4F65-BCFC-6A451ED32B86}">
      <dgm:prSet/>
      <dgm:spPr/>
      <dgm:t>
        <a:bodyPr/>
        <a:lstStyle/>
        <a:p>
          <a:endParaRPr lang="en-US"/>
        </a:p>
      </dgm:t>
    </dgm:pt>
    <dgm:pt modelId="{64B545A5-288B-4363-86B1-19068BB42CFF}">
      <dgm:prSet/>
      <dgm:spPr/>
      <dgm:t>
        <a:bodyPr/>
        <a:lstStyle/>
        <a:p>
          <a:r>
            <a:rPr lang="en-US"/>
            <a:t>Student-centered design</a:t>
          </a:r>
        </a:p>
      </dgm:t>
    </dgm:pt>
    <dgm:pt modelId="{2FA5924A-6C0F-4ADA-9112-BC4F9DD85F63}" type="parTrans" cxnId="{876EA1A7-E73B-4DBC-98DF-A7F10BC9F0BB}">
      <dgm:prSet/>
      <dgm:spPr/>
      <dgm:t>
        <a:bodyPr/>
        <a:lstStyle/>
        <a:p>
          <a:endParaRPr lang="en-US"/>
        </a:p>
      </dgm:t>
    </dgm:pt>
    <dgm:pt modelId="{04B70563-C02B-4211-BECF-AFA2288FFA4C}" type="sibTrans" cxnId="{876EA1A7-E73B-4DBC-98DF-A7F10BC9F0BB}">
      <dgm:prSet/>
      <dgm:spPr/>
      <dgm:t>
        <a:bodyPr/>
        <a:lstStyle/>
        <a:p>
          <a:endParaRPr lang="en-US"/>
        </a:p>
      </dgm:t>
    </dgm:pt>
    <dgm:pt modelId="{614EFE4D-9496-4AD8-AD14-3831B61B5CA8}" type="pres">
      <dgm:prSet presAssocID="{A60730D1-29C5-4C0C-93D2-3D372C9AFA19}" presName="vert0" presStyleCnt="0">
        <dgm:presLayoutVars>
          <dgm:dir/>
          <dgm:animOne val="branch"/>
          <dgm:animLvl val="lvl"/>
        </dgm:presLayoutVars>
      </dgm:prSet>
      <dgm:spPr/>
    </dgm:pt>
    <dgm:pt modelId="{AC4C371C-E17A-42F2-8936-6F52805F8FEF}" type="pres">
      <dgm:prSet presAssocID="{57B4D012-E7FF-4AAF-AB17-596E8FA2384D}" presName="thickLine" presStyleLbl="alignNode1" presStyleIdx="0" presStyleCnt="2"/>
      <dgm:spPr/>
    </dgm:pt>
    <dgm:pt modelId="{12BAED40-7425-4631-908A-7A205DBEF716}" type="pres">
      <dgm:prSet presAssocID="{57B4D012-E7FF-4AAF-AB17-596E8FA2384D}" presName="horz1" presStyleCnt="0"/>
      <dgm:spPr/>
    </dgm:pt>
    <dgm:pt modelId="{1091AA65-7A79-40A7-AB2E-D21EE6E6AA53}" type="pres">
      <dgm:prSet presAssocID="{57B4D012-E7FF-4AAF-AB17-596E8FA2384D}" presName="tx1" presStyleLbl="revTx" presStyleIdx="0" presStyleCnt="9"/>
      <dgm:spPr/>
    </dgm:pt>
    <dgm:pt modelId="{8B06E05F-73D5-47A9-BED5-2DC3E2A5C4DA}" type="pres">
      <dgm:prSet presAssocID="{57B4D012-E7FF-4AAF-AB17-596E8FA2384D}" presName="vert1" presStyleCnt="0"/>
      <dgm:spPr/>
    </dgm:pt>
    <dgm:pt modelId="{4634DEEB-BE55-4C5B-A899-E1E28DE78E61}" type="pres">
      <dgm:prSet presAssocID="{7D71537E-D13D-45F0-8BDE-785AE6E578FD}" presName="vertSpace2a" presStyleCnt="0"/>
      <dgm:spPr/>
    </dgm:pt>
    <dgm:pt modelId="{13C98D1A-33ED-4968-821A-3E21206A3C5A}" type="pres">
      <dgm:prSet presAssocID="{7D71537E-D13D-45F0-8BDE-785AE6E578FD}" presName="horz2" presStyleCnt="0"/>
      <dgm:spPr/>
    </dgm:pt>
    <dgm:pt modelId="{1E28C6B5-FE69-4C8A-8A30-99CCA1C82CD0}" type="pres">
      <dgm:prSet presAssocID="{7D71537E-D13D-45F0-8BDE-785AE6E578FD}" presName="horzSpace2" presStyleCnt="0"/>
      <dgm:spPr/>
    </dgm:pt>
    <dgm:pt modelId="{958D2658-6C4A-4162-B994-B67FD501CF99}" type="pres">
      <dgm:prSet presAssocID="{7D71537E-D13D-45F0-8BDE-785AE6E578FD}" presName="tx2" presStyleLbl="revTx" presStyleIdx="1" presStyleCnt="9"/>
      <dgm:spPr/>
    </dgm:pt>
    <dgm:pt modelId="{304BC199-AE8D-406E-9CCD-EB6F67BD7A3D}" type="pres">
      <dgm:prSet presAssocID="{7D71537E-D13D-45F0-8BDE-785AE6E578FD}" presName="vert2" presStyleCnt="0"/>
      <dgm:spPr/>
    </dgm:pt>
    <dgm:pt modelId="{5D1B6CA9-A705-452B-9EA4-8A3B97ED00DC}" type="pres">
      <dgm:prSet presAssocID="{7D71537E-D13D-45F0-8BDE-785AE6E578FD}" presName="thinLine2b" presStyleLbl="callout" presStyleIdx="0" presStyleCnt="7"/>
      <dgm:spPr/>
    </dgm:pt>
    <dgm:pt modelId="{E29EAF47-1A23-4821-B8C6-BF790F5EDC66}" type="pres">
      <dgm:prSet presAssocID="{7D71537E-D13D-45F0-8BDE-785AE6E578FD}" presName="vertSpace2b" presStyleCnt="0"/>
      <dgm:spPr/>
    </dgm:pt>
    <dgm:pt modelId="{664EAA34-A66D-4E7B-9570-020A89F63070}" type="pres">
      <dgm:prSet presAssocID="{F02BBE87-8520-4CD8-A9E3-FFB7765F1052}" presName="horz2" presStyleCnt="0"/>
      <dgm:spPr/>
    </dgm:pt>
    <dgm:pt modelId="{C49A3C9A-8894-44BF-B1B4-275B1F9713CE}" type="pres">
      <dgm:prSet presAssocID="{F02BBE87-8520-4CD8-A9E3-FFB7765F1052}" presName="horzSpace2" presStyleCnt="0"/>
      <dgm:spPr/>
    </dgm:pt>
    <dgm:pt modelId="{B487F515-61F5-477B-A035-5A4FF8E39B8D}" type="pres">
      <dgm:prSet presAssocID="{F02BBE87-8520-4CD8-A9E3-FFB7765F1052}" presName="tx2" presStyleLbl="revTx" presStyleIdx="2" presStyleCnt="9"/>
      <dgm:spPr/>
    </dgm:pt>
    <dgm:pt modelId="{BA2D49A7-EC60-4C49-AD26-4F04F5E3A05B}" type="pres">
      <dgm:prSet presAssocID="{F02BBE87-8520-4CD8-A9E3-FFB7765F1052}" presName="vert2" presStyleCnt="0"/>
      <dgm:spPr/>
    </dgm:pt>
    <dgm:pt modelId="{4C969C3E-3D33-4618-988F-E943E3EFC314}" type="pres">
      <dgm:prSet presAssocID="{F02BBE87-8520-4CD8-A9E3-FFB7765F1052}" presName="thinLine2b" presStyleLbl="callout" presStyleIdx="1" presStyleCnt="7"/>
      <dgm:spPr/>
    </dgm:pt>
    <dgm:pt modelId="{8F4D002F-467F-4F4F-9135-563E4DCEB3E0}" type="pres">
      <dgm:prSet presAssocID="{F02BBE87-8520-4CD8-A9E3-FFB7765F1052}" presName="vertSpace2b" presStyleCnt="0"/>
      <dgm:spPr/>
    </dgm:pt>
    <dgm:pt modelId="{53EE3C25-630A-473B-B943-DEA4FF6B53FD}" type="pres">
      <dgm:prSet presAssocID="{0171D063-F09A-458E-8AD1-7D5B9719BE97}" presName="horz2" presStyleCnt="0"/>
      <dgm:spPr/>
    </dgm:pt>
    <dgm:pt modelId="{1212E350-2728-41B5-A264-225D4E2591D3}" type="pres">
      <dgm:prSet presAssocID="{0171D063-F09A-458E-8AD1-7D5B9719BE97}" presName="horzSpace2" presStyleCnt="0"/>
      <dgm:spPr/>
    </dgm:pt>
    <dgm:pt modelId="{3F294A5D-609F-432C-B737-28B3E5DC24C3}" type="pres">
      <dgm:prSet presAssocID="{0171D063-F09A-458E-8AD1-7D5B9719BE97}" presName="tx2" presStyleLbl="revTx" presStyleIdx="3" presStyleCnt="9"/>
      <dgm:spPr/>
    </dgm:pt>
    <dgm:pt modelId="{8A128064-A522-4C1E-95D1-4FB595A13A40}" type="pres">
      <dgm:prSet presAssocID="{0171D063-F09A-458E-8AD1-7D5B9719BE97}" presName="vert2" presStyleCnt="0"/>
      <dgm:spPr/>
    </dgm:pt>
    <dgm:pt modelId="{F3775C1F-EF7F-4B6E-AF3D-96D697905B9D}" type="pres">
      <dgm:prSet presAssocID="{0171D063-F09A-458E-8AD1-7D5B9719BE97}" presName="thinLine2b" presStyleLbl="callout" presStyleIdx="2" presStyleCnt="7"/>
      <dgm:spPr/>
    </dgm:pt>
    <dgm:pt modelId="{3AC87A95-96FA-42DE-8E54-2DC1CDC1DA16}" type="pres">
      <dgm:prSet presAssocID="{0171D063-F09A-458E-8AD1-7D5B9719BE97}" presName="vertSpace2b" presStyleCnt="0"/>
      <dgm:spPr/>
    </dgm:pt>
    <dgm:pt modelId="{8FE3F21F-9F12-41CE-9A32-9A9BDD15457E}" type="pres">
      <dgm:prSet presAssocID="{2C60B7B0-DF30-42D4-AB04-FF1CD5491DFE}" presName="horz2" presStyleCnt="0"/>
      <dgm:spPr/>
    </dgm:pt>
    <dgm:pt modelId="{0E860BCF-566C-47BB-A247-A6DCF2F0182E}" type="pres">
      <dgm:prSet presAssocID="{2C60B7B0-DF30-42D4-AB04-FF1CD5491DFE}" presName="horzSpace2" presStyleCnt="0"/>
      <dgm:spPr/>
    </dgm:pt>
    <dgm:pt modelId="{DE1D84CA-57FA-4B6C-9734-9EB70A210A44}" type="pres">
      <dgm:prSet presAssocID="{2C60B7B0-DF30-42D4-AB04-FF1CD5491DFE}" presName="tx2" presStyleLbl="revTx" presStyleIdx="4" presStyleCnt="9"/>
      <dgm:spPr/>
    </dgm:pt>
    <dgm:pt modelId="{2F4CD3AF-9A86-4CAB-A786-0ED4278DE0D6}" type="pres">
      <dgm:prSet presAssocID="{2C60B7B0-DF30-42D4-AB04-FF1CD5491DFE}" presName="vert2" presStyleCnt="0"/>
      <dgm:spPr/>
    </dgm:pt>
    <dgm:pt modelId="{50262C18-1900-4BDD-A271-A3AF2E3AC52A}" type="pres">
      <dgm:prSet presAssocID="{2C60B7B0-DF30-42D4-AB04-FF1CD5491DFE}" presName="thinLine2b" presStyleLbl="callout" presStyleIdx="3" presStyleCnt="7"/>
      <dgm:spPr/>
    </dgm:pt>
    <dgm:pt modelId="{F17C62A6-2F8E-4814-B633-C65B602B90C7}" type="pres">
      <dgm:prSet presAssocID="{2C60B7B0-DF30-42D4-AB04-FF1CD5491DFE}" presName="vertSpace2b" presStyleCnt="0"/>
      <dgm:spPr/>
    </dgm:pt>
    <dgm:pt modelId="{5BB3A519-E2FD-44D7-9594-427674317378}" type="pres">
      <dgm:prSet presAssocID="{8D0785F5-1536-4E06-9CBB-A2B6DE050A7B}" presName="thickLine" presStyleLbl="alignNode1" presStyleIdx="1" presStyleCnt="2"/>
      <dgm:spPr/>
    </dgm:pt>
    <dgm:pt modelId="{867E463E-8988-4D35-A33C-45C3FE350510}" type="pres">
      <dgm:prSet presAssocID="{8D0785F5-1536-4E06-9CBB-A2B6DE050A7B}" presName="horz1" presStyleCnt="0"/>
      <dgm:spPr/>
    </dgm:pt>
    <dgm:pt modelId="{5C0371B8-4CB3-48AB-91B9-51188BEB14CD}" type="pres">
      <dgm:prSet presAssocID="{8D0785F5-1536-4E06-9CBB-A2B6DE050A7B}" presName="tx1" presStyleLbl="revTx" presStyleIdx="5" presStyleCnt="9"/>
      <dgm:spPr/>
    </dgm:pt>
    <dgm:pt modelId="{9FD2E817-E42F-4ACD-A89B-96430262D00D}" type="pres">
      <dgm:prSet presAssocID="{8D0785F5-1536-4E06-9CBB-A2B6DE050A7B}" presName="vert1" presStyleCnt="0"/>
      <dgm:spPr/>
    </dgm:pt>
    <dgm:pt modelId="{EC3E0DE7-BE78-40BF-B193-5B8F9A0A764B}" type="pres">
      <dgm:prSet presAssocID="{184144DD-124E-43E3-8319-6A5EFEF7C9B3}" presName="vertSpace2a" presStyleCnt="0"/>
      <dgm:spPr/>
    </dgm:pt>
    <dgm:pt modelId="{1C9AFAAA-AE6E-4192-874D-FE7F49B4C884}" type="pres">
      <dgm:prSet presAssocID="{184144DD-124E-43E3-8319-6A5EFEF7C9B3}" presName="horz2" presStyleCnt="0"/>
      <dgm:spPr/>
    </dgm:pt>
    <dgm:pt modelId="{42C0F78D-55AE-44CC-B71B-49EB4A6B8D98}" type="pres">
      <dgm:prSet presAssocID="{184144DD-124E-43E3-8319-6A5EFEF7C9B3}" presName="horzSpace2" presStyleCnt="0"/>
      <dgm:spPr/>
    </dgm:pt>
    <dgm:pt modelId="{465FA87F-2E34-4AEF-AA34-20BC310AD740}" type="pres">
      <dgm:prSet presAssocID="{184144DD-124E-43E3-8319-6A5EFEF7C9B3}" presName="tx2" presStyleLbl="revTx" presStyleIdx="6" presStyleCnt="9"/>
      <dgm:spPr/>
    </dgm:pt>
    <dgm:pt modelId="{47D9962C-548B-4E18-BE1B-EA338B713822}" type="pres">
      <dgm:prSet presAssocID="{184144DD-124E-43E3-8319-6A5EFEF7C9B3}" presName="vert2" presStyleCnt="0"/>
      <dgm:spPr/>
    </dgm:pt>
    <dgm:pt modelId="{CF1FAA98-0D00-41EF-91F1-34818A6F22D8}" type="pres">
      <dgm:prSet presAssocID="{184144DD-124E-43E3-8319-6A5EFEF7C9B3}" presName="thinLine2b" presStyleLbl="callout" presStyleIdx="4" presStyleCnt="7"/>
      <dgm:spPr/>
    </dgm:pt>
    <dgm:pt modelId="{E8D8F226-D6F0-49CE-8AAE-70101B5CB208}" type="pres">
      <dgm:prSet presAssocID="{184144DD-124E-43E3-8319-6A5EFEF7C9B3}" presName="vertSpace2b" presStyleCnt="0"/>
      <dgm:spPr/>
    </dgm:pt>
    <dgm:pt modelId="{EDE5C8E9-EF08-42B6-BC76-0241A148A3E9}" type="pres">
      <dgm:prSet presAssocID="{72FFB3E8-D67D-4FBF-BB51-7FE1E792706B}" presName="horz2" presStyleCnt="0"/>
      <dgm:spPr/>
    </dgm:pt>
    <dgm:pt modelId="{27AA671E-7DE7-4B0D-B7A9-A78FE5912532}" type="pres">
      <dgm:prSet presAssocID="{72FFB3E8-D67D-4FBF-BB51-7FE1E792706B}" presName="horzSpace2" presStyleCnt="0"/>
      <dgm:spPr/>
    </dgm:pt>
    <dgm:pt modelId="{C6BF263C-DDCD-46E5-8813-DBA18AE3FD42}" type="pres">
      <dgm:prSet presAssocID="{72FFB3E8-D67D-4FBF-BB51-7FE1E792706B}" presName="tx2" presStyleLbl="revTx" presStyleIdx="7" presStyleCnt="9"/>
      <dgm:spPr/>
    </dgm:pt>
    <dgm:pt modelId="{852B7723-73F2-4A3B-98BA-DD2BE6D634D0}" type="pres">
      <dgm:prSet presAssocID="{72FFB3E8-D67D-4FBF-BB51-7FE1E792706B}" presName="vert2" presStyleCnt="0"/>
      <dgm:spPr/>
    </dgm:pt>
    <dgm:pt modelId="{A879B7BB-2F4A-4ED2-9CAA-435C84B688B0}" type="pres">
      <dgm:prSet presAssocID="{72FFB3E8-D67D-4FBF-BB51-7FE1E792706B}" presName="thinLine2b" presStyleLbl="callout" presStyleIdx="5" presStyleCnt="7"/>
      <dgm:spPr/>
    </dgm:pt>
    <dgm:pt modelId="{DEE7D8C4-754D-4347-988F-1A21BD6D232B}" type="pres">
      <dgm:prSet presAssocID="{72FFB3E8-D67D-4FBF-BB51-7FE1E792706B}" presName="vertSpace2b" presStyleCnt="0"/>
      <dgm:spPr/>
    </dgm:pt>
    <dgm:pt modelId="{2EEC7D23-AE9A-48EE-B39D-BAC86E3DFB0A}" type="pres">
      <dgm:prSet presAssocID="{64B545A5-288B-4363-86B1-19068BB42CFF}" presName="horz2" presStyleCnt="0"/>
      <dgm:spPr/>
    </dgm:pt>
    <dgm:pt modelId="{9A31B5BE-C207-4E45-8518-BADDFE1C767E}" type="pres">
      <dgm:prSet presAssocID="{64B545A5-288B-4363-86B1-19068BB42CFF}" presName="horzSpace2" presStyleCnt="0"/>
      <dgm:spPr/>
    </dgm:pt>
    <dgm:pt modelId="{6F38E650-749D-4D77-B3CA-EDFB1B8FEDE1}" type="pres">
      <dgm:prSet presAssocID="{64B545A5-288B-4363-86B1-19068BB42CFF}" presName="tx2" presStyleLbl="revTx" presStyleIdx="8" presStyleCnt="9"/>
      <dgm:spPr/>
    </dgm:pt>
    <dgm:pt modelId="{B4EF913B-ADF9-4D0E-B28E-822F605150F4}" type="pres">
      <dgm:prSet presAssocID="{64B545A5-288B-4363-86B1-19068BB42CFF}" presName="vert2" presStyleCnt="0"/>
      <dgm:spPr/>
    </dgm:pt>
    <dgm:pt modelId="{4F5164A2-9DAF-4160-8086-35E4EAEF6FB9}" type="pres">
      <dgm:prSet presAssocID="{64B545A5-288B-4363-86B1-19068BB42CFF}" presName="thinLine2b" presStyleLbl="callout" presStyleIdx="6" presStyleCnt="7"/>
      <dgm:spPr/>
    </dgm:pt>
    <dgm:pt modelId="{A7670558-858D-4B2F-BE9C-F35CFFE312AA}" type="pres">
      <dgm:prSet presAssocID="{64B545A5-288B-4363-86B1-19068BB42CFF}" presName="vertSpace2b" presStyleCnt="0"/>
      <dgm:spPr/>
    </dgm:pt>
  </dgm:ptLst>
  <dgm:cxnLst>
    <dgm:cxn modelId="{FBB04F21-0FE0-4977-86A7-5832E07BB0F1}" srcId="{8D0785F5-1536-4E06-9CBB-A2B6DE050A7B}" destId="{184144DD-124E-43E3-8319-6A5EFEF7C9B3}" srcOrd="0" destOrd="0" parTransId="{89A8E0B8-9AE1-4BC1-B41B-3F6250FEDD77}" sibTransId="{293FDF1D-5748-4935-A038-0FAF045F9A52}"/>
    <dgm:cxn modelId="{63C33231-073D-414F-8B59-4AEA5A9E2E06}" type="presOf" srcId="{0171D063-F09A-458E-8AD1-7D5B9719BE97}" destId="{3F294A5D-609F-432C-B737-28B3E5DC24C3}" srcOrd="0" destOrd="0" presId="urn:microsoft.com/office/officeart/2008/layout/LinedList"/>
    <dgm:cxn modelId="{97A45533-2D68-4C07-BA51-75023E667129}" srcId="{57B4D012-E7FF-4AAF-AB17-596E8FA2384D}" destId="{7D71537E-D13D-45F0-8BDE-785AE6E578FD}" srcOrd="0" destOrd="0" parTransId="{BFD2DCA5-2BD7-49AE-9065-B6CA0968D22B}" sibTransId="{0BD4C3C4-6E08-4DF6-B7B6-849D952DAFC2}"/>
    <dgm:cxn modelId="{B43D9735-833B-4A69-84D4-9CF9F511EC95}" type="presOf" srcId="{F02BBE87-8520-4CD8-A9E3-FFB7765F1052}" destId="{B487F515-61F5-477B-A035-5A4FF8E39B8D}" srcOrd="0" destOrd="0" presId="urn:microsoft.com/office/officeart/2008/layout/LinedList"/>
    <dgm:cxn modelId="{3E13D337-F8A8-46AD-BACD-E6035AA8E870}" srcId="{A60730D1-29C5-4C0C-93D2-3D372C9AFA19}" destId="{57B4D012-E7FF-4AAF-AB17-596E8FA2384D}" srcOrd="0" destOrd="0" parTransId="{22CEE36B-466F-48C2-9AF2-6C7C2B35F6F1}" sibTransId="{B0508ED4-C595-4429-BDE4-373E8C126AEA}"/>
    <dgm:cxn modelId="{D2129C3C-5A59-4F40-AED3-9825A95D84E5}" srcId="{57B4D012-E7FF-4AAF-AB17-596E8FA2384D}" destId="{F02BBE87-8520-4CD8-A9E3-FFB7765F1052}" srcOrd="1" destOrd="0" parTransId="{31180C5A-A9DC-4AC6-A641-884627B9189C}" sibTransId="{C9F5B995-A25D-4D11-93D5-42F0C37417A5}"/>
    <dgm:cxn modelId="{84688E3E-524A-4727-A9FF-9A3710A214D0}" type="presOf" srcId="{8D0785F5-1536-4E06-9CBB-A2B6DE050A7B}" destId="{5C0371B8-4CB3-48AB-91B9-51188BEB14CD}" srcOrd="0" destOrd="0" presId="urn:microsoft.com/office/officeart/2008/layout/LinedList"/>
    <dgm:cxn modelId="{B4A2325F-B027-409B-9D78-4633CB9E4CE6}" type="presOf" srcId="{7D71537E-D13D-45F0-8BDE-785AE6E578FD}" destId="{958D2658-6C4A-4162-B994-B67FD501CF99}" srcOrd="0" destOrd="0" presId="urn:microsoft.com/office/officeart/2008/layout/LinedList"/>
    <dgm:cxn modelId="{B0DB5170-D3C1-470F-ADE4-23364F075972}" type="presOf" srcId="{64B545A5-288B-4363-86B1-19068BB42CFF}" destId="{6F38E650-749D-4D77-B3CA-EDFB1B8FEDE1}" srcOrd="0" destOrd="0" presId="urn:microsoft.com/office/officeart/2008/layout/LinedList"/>
    <dgm:cxn modelId="{05DD4955-F3E0-4C76-B3DC-F94870B0F12D}" type="presOf" srcId="{A60730D1-29C5-4C0C-93D2-3D372C9AFA19}" destId="{614EFE4D-9496-4AD8-AD14-3831B61B5CA8}" srcOrd="0" destOrd="0" presId="urn:microsoft.com/office/officeart/2008/layout/LinedList"/>
    <dgm:cxn modelId="{66EA5355-A20F-4B39-9F37-5E042E8FF54D}" type="presOf" srcId="{184144DD-124E-43E3-8319-6A5EFEF7C9B3}" destId="{465FA87F-2E34-4AEF-AA34-20BC310AD740}" srcOrd="0" destOrd="0" presId="urn:microsoft.com/office/officeart/2008/layout/LinedList"/>
    <dgm:cxn modelId="{DF908B76-5E35-4682-8261-F92B3F1F0FC4}" srcId="{A60730D1-29C5-4C0C-93D2-3D372C9AFA19}" destId="{8D0785F5-1536-4E06-9CBB-A2B6DE050A7B}" srcOrd="1" destOrd="0" parTransId="{E766A6E9-FB48-43C4-A0EF-8DDD90727D12}" sibTransId="{EA35F67B-1571-420A-BFC3-FCF18A8CF755}"/>
    <dgm:cxn modelId="{83091280-DD4D-415A-BE0A-9396C8B3291F}" srcId="{57B4D012-E7FF-4AAF-AB17-596E8FA2384D}" destId="{0171D063-F09A-458E-8AD1-7D5B9719BE97}" srcOrd="2" destOrd="0" parTransId="{ECF7EB5C-9268-4904-99DB-CD9D60992FE8}" sibTransId="{9D24933A-78F1-4D09-AD45-4225F42FD6F8}"/>
    <dgm:cxn modelId="{891E558B-631B-4C23-85D8-930F3DB08270}" srcId="{57B4D012-E7FF-4AAF-AB17-596E8FA2384D}" destId="{2C60B7B0-DF30-42D4-AB04-FF1CD5491DFE}" srcOrd="3" destOrd="0" parTransId="{40E56DD2-4E89-4538-83D9-09AB221D26DF}" sibTransId="{B6C908A4-2A45-4CAC-994F-BC85F1E7DD5D}"/>
    <dgm:cxn modelId="{DD32BCA6-2F3F-4F65-BCFC-6A451ED32B86}" srcId="{8D0785F5-1536-4E06-9CBB-A2B6DE050A7B}" destId="{72FFB3E8-D67D-4FBF-BB51-7FE1E792706B}" srcOrd="1" destOrd="0" parTransId="{5826AB50-11BF-4754-94DB-875E93BE22F6}" sibTransId="{9EE9578E-C016-43B2-9773-71183A081F81}"/>
    <dgm:cxn modelId="{876EA1A7-E73B-4DBC-98DF-A7F10BC9F0BB}" srcId="{8D0785F5-1536-4E06-9CBB-A2B6DE050A7B}" destId="{64B545A5-288B-4363-86B1-19068BB42CFF}" srcOrd="2" destOrd="0" parTransId="{2FA5924A-6C0F-4ADA-9112-BC4F9DD85F63}" sibTransId="{04B70563-C02B-4211-BECF-AFA2288FFA4C}"/>
    <dgm:cxn modelId="{3D0F4FAA-E808-47D2-BF92-62D6A342A48B}" type="presOf" srcId="{57B4D012-E7FF-4AAF-AB17-596E8FA2384D}" destId="{1091AA65-7A79-40A7-AB2E-D21EE6E6AA53}" srcOrd="0" destOrd="0" presId="urn:microsoft.com/office/officeart/2008/layout/LinedList"/>
    <dgm:cxn modelId="{B8AB02B4-9607-4D8E-A936-235C4E7D09A5}" type="presOf" srcId="{2C60B7B0-DF30-42D4-AB04-FF1CD5491DFE}" destId="{DE1D84CA-57FA-4B6C-9734-9EB70A210A44}" srcOrd="0" destOrd="0" presId="urn:microsoft.com/office/officeart/2008/layout/LinedList"/>
    <dgm:cxn modelId="{4F6433ED-C89F-49C6-92C7-72A2C84E169B}" type="presOf" srcId="{72FFB3E8-D67D-4FBF-BB51-7FE1E792706B}" destId="{C6BF263C-DDCD-46E5-8813-DBA18AE3FD42}" srcOrd="0" destOrd="0" presId="urn:microsoft.com/office/officeart/2008/layout/LinedList"/>
    <dgm:cxn modelId="{D05B7039-B060-4493-A061-5109334F60CE}" type="presParOf" srcId="{614EFE4D-9496-4AD8-AD14-3831B61B5CA8}" destId="{AC4C371C-E17A-42F2-8936-6F52805F8FEF}" srcOrd="0" destOrd="0" presId="urn:microsoft.com/office/officeart/2008/layout/LinedList"/>
    <dgm:cxn modelId="{A85341CC-15A0-485E-AAE8-D80595A1C002}" type="presParOf" srcId="{614EFE4D-9496-4AD8-AD14-3831B61B5CA8}" destId="{12BAED40-7425-4631-908A-7A205DBEF716}" srcOrd="1" destOrd="0" presId="urn:microsoft.com/office/officeart/2008/layout/LinedList"/>
    <dgm:cxn modelId="{2438E81B-6C4B-419D-8B6E-22509C5A3C92}" type="presParOf" srcId="{12BAED40-7425-4631-908A-7A205DBEF716}" destId="{1091AA65-7A79-40A7-AB2E-D21EE6E6AA53}" srcOrd="0" destOrd="0" presId="urn:microsoft.com/office/officeart/2008/layout/LinedList"/>
    <dgm:cxn modelId="{E85DE77F-4B7A-40E0-8A39-D2EC204C9853}" type="presParOf" srcId="{12BAED40-7425-4631-908A-7A205DBEF716}" destId="{8B06E05F-73D5-47A9-BED5-2DC3E2A5C4DA}" srcOrd="1" destOrd="0" presId="urn:microsoft.com/office/officeart/2008/layout/LinedList"/>
    <dgm:cxn modelId="{8781EB99-2023-42C3-B063-85D4A5689664}" type="presParOf" srcId="{8B06E05F-73D5-47A9-BED5-2DC3E2A5C4DA}" destId="{4634DEEB-BE55-4C5B-A899-E1E28DE78E61}" srcOrd="0" destOrd="0" presId="urn:microsoft.com/office/officeart/2008/layout/LinedList"/>
    <dgm:cxn modelId="{EFDC1FF6-1324-4181-A491-7C6DD5B5A85A}" type="presParOf" srcId="{8B06E05F-73D5-47A9-BED5-2DC3E2A5C4DA}" destId="{13C98D1A-33ED-4968-821A-3E21206A3C5A}" srcOrd="1" destOrd="0" presId="urn:microsoft.com/office/officeart/2008/layout/LinedList"/>
    <dgm:cxn modelId="{F4930149-1C47-40E2-A4D9-72BE0994AB8B}" type="presParOf" srcId="{13C98D1A-33ED-4968-821A-3E21206A3C5A}" destId="{1E28C6B5-FE69-4C8A-8A30-99CCA1C82CD0}" srcOrd="0" destOrd="0" presId="urn:microsoft.com/office/officeart/2008/layout/LinedList"/>
    <dgm:cxn modelId="{BF6CF874-402C-4E02-BE06-DE67D1F1B268}" type="presParOf" srcId="{13C98D1A-33ED-4968-821A-3E21206A3C5A}" destId="{958D2658-6C4A-4162-B994-B67FD501CF99}" srcOrd="1" destOrd="0" presId="urn:microsoft.com/office/officeart/2008/layout/LinedList"/>
    <dgm:cxn modelId="{F6635CAF-55AF-4D89-8999-D373C0B7D14B}" type="presParOf" srcId="{13C98D1A-33ED-4968-821A-3E21206A3C5A}" destId="{304BC199-AE8D-406E-9CCD-EB6F67BD7A3D}" srcOrd="2" destOrd="0" presId="urn:microsoft.com/office/officeart/2008/layout/LinedList"/>
    <dgm:cxn modelId="{7C6923A4-47A2-4216-99A1-6B73453D4579}" type="presParOf" srcId="{8B06E05F-73D5-47A9-BED5-2DC3E2A5C4DA}" destId="{5D1B6CA9-A705-452B-9EA4-8A3B97ED00DC}" srcOrd="2" destOrd="0" presId="urn:microsoft.com/office/officeart/2008/layout/LinedList"/>
    <dgm:cxn modelId="{898296F6-5FEB-4817-8422-F866BA4CE46B}" type="presParOf" srcId="{8B06E05F-73D5-47A9-BED5-2DC3E2A5C4DA}" destId="{E29EAF47-1A23-4821-B8C6-BF790F5EDC66}" srcOrd="3" destOrd="0" presId="urn:microsoft.com/office/officeart/2008/layout/LinedList"/>
    <dgm:cxn modelId="{C8B5767A-E3D8-40CB-B3C4-DBE6A3F94CD0}" type="presParOf" srcId="{8B06E05F-73D5-47A9-BED5-2DC3E2A5C4DA}" destId="{664EAA34-A66D-4E7B-9570-020A89F63070}" srcOrd="4" destOrd="0" presId="urn:microsoft.com/office/officeart/2008/layout/LinedList"/>
    <dgm:cxn modelId="{B35F258E-919E-4DC7-9212-12B7F7E0AB53}" type="presParOf" srcId="{664EAA34-A66D-4E7B-9570-020A89F63070}" destId="{C49A3C9A-8894-44BF-B1B4-275B1F9713CE}" srcOrd="0" destOrd="0" presId="urn:microsoft.com/office/officeart/2008/layout/LinedList"/>
    <dgm:cxn modelId="{6897C9C4-24A4-4AF8-A7A9-DC80699E5F99}" type="presParOf" srcId="{664EAA34-A66D-4E7B-9570-020A89F63070}" destId="{B487F515-61F5-477B-A035-5A4FF8E39B8D}" srcOrd="1" destOrd="0" presId="urn:microsoft.com/office/officeart/2008/layout/LinedList"/>
    <dgm:cxn modelId="{5BC9E5DC-0047-4417-B13A-1C92B2B7177F}" type="presParOf" srcId="{664EAA34-A66D-4E7B-9570-020A89F63070}" destId="{BA2D49A7-EC60-4C49-AD26-4F04F5E3A05B}" srcOrd="2" destOrd="0" presId="urn:microsoft.com/office/officeart/2008/layout/LinedList"/>
    <dgm:cxn modelId="{2F4DAF3F-DAF9-47B2-8503-CDA65B895E5D}" type="presParOf" srcId="{8B06E05F-73D5-47A9-BED5-2DC3E2A5C4DA}" destId="{4C969C3E-3D33-4618-988F-E943E3EFC314}" srcOrd="5" destOrd="0" presId="urn:microsoft.com/office/officeart/2008/layout/LinedList"/>
    <dgm:cxn modelId="{CB090085-CA26-441F-A04D-FED37D4D6522}" type="presParOf" srcId="{8B06E05F-73D5-47A9-BED5-2DC3E2A5C4DA}" destId="{8F4D002F-467F-4F4F-9135-563E4DCEB3E0}" srcOrd="6" destOrd="0" presId="urn:microsoft.com/office/officeart/2008/layout/LinedList"/>
    <dgm:cxn modelId="{1F78A1D5-5A12-4B5B-BDBD-38EDA045D0CF}" type="presParOf" srcId="{8B06E05F-73D5-47A9-BED5-2DC3E2A5C4DA}" destId="{53EE3C25-630A-473B-B943-DEA4FF6B53FD}" srcOrd="7" destOrd="0" presId="urn:microsoft.com/office/officeart/2008/layout/LinedList"/>
    <dgm:cxn modelId="{A3856682-02FB-4926-B9E1-8564BF7105C1}" type="presParOf" srcId="{53EE3C25-630A-473B-B943-DEA4FF6B53FD}" destId="{1212E350-2728-41B5-A264-225D4E2591D3}" srcOrd="0" destOrd="0" presId="urn:microsoft.com/office/officeart/2008/layout/LinedList"/>
    <dgm:cxn modelId="{2425A8BD-0528-4D6D-A876-A1994B3AC43A}" type="presParOf" srcId="{53EE3C25-630A-473B-B943-DEA4FF6B53FD}" destId="{3F294A5D-609F-432C-B737-28B3E5DC24C3}" srcOrd="1" destOrd="0" presId="urn:microsoft.com/office/officeart/2008/layout/LinedList"/>
    <dgm:cxn modelId="{0378A85B-B903-485A-A700-368C32B2863D}" type="presParOf" srcId="{53EE3C25-630A-473B-B943-DEA4FF6B53FD}" destId="{8A128064-A522-4C1E-95D1-4FB595A13A40}" srcOrd="2" destOrd="0" presId="urn:microsoft.com/office/officeart/2008/layout/LinedList"/>
    <dgm:cxn modelId="{F28F95BD-6FF5-4292-8963-8316740871D5}" type="presParOf" srcId="{8B06E05F-73D5-47A9-BED5-2DC3E2A5C4DA}" destId="{F3775C1F-EF7F-4B6E-AF3D-96D697905B9D}" srcOrd="8" destOrd="0" presId="urn:microsoft.com/office/officeart/2008/layout/LinedList"/>
    <dgm:cxn modelId="{86BB1BBD-7E5A-4CC5-9B33-A58136F2B7FD}" type="presParOf" srcId="{8B06E05F-73D5-47A9-BED5-2DC3E2A5C4DA}" destId="{3AC87A95-96FA-42DE-8E54-2DC1CDC1DA16}" srcOrd="9" destOrd="0" presId="urn:microsoft.com/office/officeart/2008/layout/LinedList"/>
    <dgm:cxn modelId="{0EC3F897-F658-4767-B6D1-1C7C4909338B}" type="presParOf" srcId="{8B06E05F-73D5-47A9-BED5-2DC3E2A5C4DA}" destId="{8FE3F21F-9F12-41CE-9A32-9A9BDD15457E}" srcOrd="10" destOrd="0" presId="urn:microsoft.com/office/officeart/2008/layout/LinedList"/>
    <dgm:cxn modelId="{7D5B066F-AE39-49CB-82BE-861955C325B5}" type="presParOf" srcId="{8FE3F21F-9F12-41CE-9A32-9A9BDD15457E}" destId="{0E860BCF-566C-47BB-A247-A6DCF2F0182E}" srcOrd="0" destOrd="0" presId="urn:microsoft.com/office/officeart/2008/layout/LinedList"/>
    <dgm:cxn modelId="{A177BAE0-15C6-4A0F-9DD0-4518863C10A1}" type="presParOf" srcId="{8FE3F21F-9F12-41CE-9A32-9A9BDD15457E}" destId="{DE1D84CA-57FA-4B6C-9734-9EB70A210A44}" srcOrd="1" destOrd="0" presId="urn:microsoft.com/office/officeart/2008/layout/LinedList"/>
    <dgm:cxn modelId="{AECD662A-84A2-4633-B98E-1D0A90A0141B}" type="presParOf" srcId="{8FE3F21F-9F12-41CE-9A32-9A9BDD15457E}" destId="{2F4CD3AF-9A86-4CAB-A786-0ED4278DE0D6}" srcOrd="2" destOrd="0" presId="urn:microsoft.com/office/officeart/2008/layout/LinedList"/>
    <dgm:cxn modelId="{8F545A2D-ABC5-4AED-8F57-C143E60237A1}" type="presParOf" srcId="{8B06E05F-73D5-47A9-BED5-2DC3E2A5C4DA}" destId="{50262C18-1900-4BDD-A271-A3AF2E3AC52A}" srcOrd="11" destOrd="0" presId="urn:microsoft.com/office/officeart/2008/layout/LinedList"/>
    <dgm:cxn modelId="{1F743DC3-6868-4A20-BA27-73CAE26A7355}" type="presParOf" srcId="{8B06E05F-73D5-47A9-BED5-2DC3E2A5C4DA}" destId="{F17C62A6-2F8E-4814-B633-C65B602B90C7}" srcOrd="12" destOrd="0" presId="urn:microsoft.com/office/officeart/2008/layout/LinedList"/>
    <dgm:cxn modelId="{63DFE874-F0D0-4EA4-8AF9-F99FEDE33310}" type="presParOf" srcId="{614EFE4D-9496-4AD8-AD14-3831B61B5CA8}" destId="{5BB3A519-E2FD-44D7-9594-427674317378}" srcOrd="2" destOrd="0" presId="urn:microsoft.com/office/officeart/2008/layout/LinedList"/>
    <dgm:cxn modelId="{28FC6AC3-887E-4E82-BAE9-0A44193648CA}" type="presParOf" srcId="{614EFE4D-9496-4AD8-AD14-3831B61B5CA8}" destId="{867E463E-8988-4D35-A33C-45C3FE350510}" srcOrd="3" destOrd="0" presId="urn:microsoft.com/office/officeart/2008/layout/LinedList"/>
    <dgm:cxn modelId="{1D8AB377-552F-497A-8FE1-68A43632D59A}" type="presParOf" srcId="{867E463E-8988-4D35-A33C-45C3FE350510}" destId="{5C0371B8-4CB3-48AB-91B9-51188BEB14CD}" srcOrd="0" destOrd="0" presId="urn:microsoft.com/office/officeart/2008/layout/LinedList"/>
    <dgm:cxn modelId="{F61CA941-DD39-4A7A-A7A5-EB1FC645BEEE}" type="presParOf" srcId="{867E463E-8988-4D35-A33C-45C3FE350510}" destId="{9FD2E817-E42F-4ACD-A89B-96430262D00D}" srcOrd="1" destOrd="0" presId="urn:microsoft.com/office/officeart/2008/layout/LinedList"/>
    <dgm:cxn modelId="{9CCE9218-A6B8-415A-9E3D-B3B4D854DEC0}" type="presParOf" srcId="{9FD2E817-E42F-4ACD-A89B-96430262D00D}" destId="{EC3E0DE7-BE78-40BF-B193-5B8F9A0A764B}" srcOrd="0" destOrd="0" presId="urn:microsoft.com/office/officeart/2008/layout/LinedList"/>
    <dgm:cxn modelId="{45949EF0-7FE5-4CCC-9C04-BF4295738D1A}" type="presParOf" srcId="{9FD2E817-E42F-4ACD-A89B-96430262D00D}" destId="{1C9AFAAA-AE6E-4192-874D-FE7F49B4C884}" srcOrd="1" destOrd="0" presId="urn:microsoft.com/office/officeart/2008/layout/LinedList"/>
    <dgm:cxn modelId="{69A416BD-C530-4BCF-BE16-37E5C6815BC6}" type="presParOf" srcId="{1C9AFAAA-AE6E-4192-874D-FE7F49B4C884}" destId="{42C0F78D-55AE-44CC-B71B-49EB4A6B8D98}" srcOrd="0" destOrd="0" presId="urn:microsoft.com/office/officeart/2008/layout/LinedList"/>
    <dgm:cxn modelId="{26F3835A-CECC-475C-B9B0-D6F161FAD3CE}" type="presParOf" srcId="{1C9AFAAA-AE6E-4192-874D-FE7F49B4C884}" destId="{465FA87F-2E34-4AEF-AA34-20BC310AD740}" srcOrd="1" destOrd="0" presId="urn:microsoft.com/office/officeart/2008/layout/LinedList"/>
    <dgm:cxn modelId="{9C914CCC-1B04-4411-B43D-BE3814409B99}" type="presParOf" srcId="{1C9AFAAA-AE6E-4192-874D-FE7F49B4C884}" destId="{47D9962C-548B-4E18-BE1B-EA338B713822}" srcOrd="2" destOrd="0" presId="urn:microsoft.com/office/officeart/2008/layout/LinedList"/>
    <dgm:cxn modelId="{7D105743-8A2D-4E4D-91DB-993F3387D107}" type="presParOf" srcId="{9FD2E817-E42F-4ACD-A89B-96430262D00D}" destId="{CF1FAA98-0D00-41EF-91F1-34818A6F22D8}" srcOrd="2" destOrd="0" presId="urn:microsoft.com/office/officeart/2008/layout/LinedList"/>
    <dgm:cxn modelId="{EC27429D-BBB7-4B6C-9CEF-52EF6560A1C6}" type="presParOf" srcId="{9FD2E817-E42F-4ACD-A89B-96430262D00D}" destId="{E8D8F226-D6F0-49CE-8AAE-70101B5CB208}" srcOrd="3" destOrd="0" presId="urn:microsoft.com/office/officeart/2008/layout/LinedList"/>
    <dgm:cxn modelId="{FB06D8A1-EA7C-4F7F-87A9-05CA56DC4154}" type="presParOf" srcId="{9FD2E817-E42F-4ACD-A89B-96430262D00D}" destId="{EDE5C8E9-EF08-42B6-BC76-0241A148A3E9}" srcOrd="4" destOrd="0" presId="urn:microsoft.com/office/officeart/2008/layout/LinedList"/>
    <dgm:cxn modelId="{CAB067E3-5D15-43E2-9344-312E3C906252}" type="presParOf" srcId="{EDE5C8E9-EF08-42B6-BC76-0241A148A3E9}" destId="{27AA671E-7DE7-4B0D-B7A9-A78FE5912532}" srcOrd="0" destOrd="0" presId="urn:microsoft.com/office/officeart/2008/layout/LinedList"/>
    <dgm:cxn modelId="{A48C24AC-9E4C-425E-922F-167C085C045E}" type="presParOf" srcId="{EDE5C8E9-EF08-42B6-BC76-0241A148A3E9}" destId="{C6BF263C-DDCD-46E5-8813-DBA18AE3FD42}" srcOrd="1" destOrd="0" presId="urn:microsoft.com/office/officeart/2008/layout/LinedList"/>
    <dgm:cxn modelId="{796DF689-F882-46B1-ACCC-3E66D2FE0E9F}" type="presParOf" srcId="{EDE5C8E9-EF08-42B6-BC76-0241A148A3E9}" destId="{852B7723-73F2-4A3B-98BA-DD2BE6D634D0}" srcOrd="2" destOrd="0" presId="urn:microsoft.com/office/officeart/2008/layout/LinedList"/>
    <dgm:cxn modelId="{2F23F988-4190-49EF-8EA5-D49210EBB71C}" type="presParOf" srcId="{9FD2E817-E42F-4ACD-A89B-96430262D00D}" destId="{A879B7BB-2F4A-4ED2-9CAA-435C84B688B0}" srcOrd="5" destOrd="0" presId="urn:microsoft.com/office/officeart/2008/layout/LinedList"/>
    <dgm:cxn modelId="{1B10DEF1-3682-4A2D-AB65-919D1AD5D632}" type="presParOf" srcId="{9FD2E817-E42F-4ACD-A89B-96430262D00D}" destId="{DEE7D8C4-754D-4347-988F-1A21BD6D232B}" srcOrd="6" destOrd="0" presId="urn:microsoft.com/office/officeart/2008/layout/LinedList"/>
    <dgm:cxn modelId="{0D96EBB0-28F8-41CA-B21E-E148118B0BF3}" type="presParOf" srcId="{9FD2E817-E42F-4ACD-A89B-96430262D00D}" destId="{2EEC7D23-AE9A-48EE-B39D-BAC86E3DFB0A}" srcOrd="7" destOrd="0" presId="urn:microsoft.com/office/officeart/2008/layout/LinedList"/>
    <dgm:cxn modelId="{D06634E7-0CE2-4B35-82BA-A914900EF2FA}" type="presParOf" srcId="{2EEC7D23-AE9A-48EE-B39D-BAC86E3DFB0A}" destId="{9A31B5BE-C207-4E45-8518-BADDFE1C767E}" srcOrd="0" destOrd="0" presId="urn:microsoft.com/office/officeart/2008/layout/LinedList"/>
    <dgm:cxn modelId="{45A9660D-571C-41D8-861F-61B79E93D422}" type="presParOf" srcId="{2EEC7D23-AE9A-48EE-B39D-BAC86E3DFB0A}" destId="{6F38E650-749D-4D77-B3CA-EDFB1B8FEDE1}" srcOrd="1" destOrd="0" presId="urn:microsoft.com/office/officeart/2008/layout/LinedList"/>
    <dgm:cxn modelId="{A7A60610-7A91-4B5A-B3C3-C86A8950E75B}" type="presParOf" srcId="{2EEC7D23-AE9A-48EE-B39D-BAC86E3DFB0A}" destId="{B4EF913B-ADF9-4D0E-B28E-822F605150F4}" srcOrd="2" destOrd="0" presId="urn:microsoft.com/office/officeart/2008/layout/LinedList"/>
    <dgm:cxn modelId="{CDCBD291-B15A-49C7-9871-E37E24417645}" type="presParOf" srcId="{9FD2E817-E42F-4ACD-A89B-96430262D00D}" destId="{4F5164A2-9DAF-4160-8086-35E4EAEF6FB9}" srcOrd="8" destOrd="0" presId="urn:microsoft.com/office/officeart/2008/layout/LinedList"/>
    <dgm:cxn modelId="{9F754056-81A9-435C-9745-5A2CACD534F2}" type="presParOf" srcId="{9FD2E817-E42F-4ACD-A89B-96430262D00D}" destId="{A7670558-858D-4B2F-BE9C-F35CFFE312AA}" srcOrd="9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C834BAA3-F321-47CE-8BF6-9720DF252A16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2225FDC9-1884-4FDC-BC96-3252E6410F52}">
      <dgm:prSet/>
      <dgm:spPr/>
      <dgm:t>
        <a:bodyPr/>
        <a:lstStyle/>
        <a:p>
          <a:r>
            <a:rPr lang="en-US"/>
            <a:t>Show app launch and navigation.</a:t>
          </a:r>
        </a:p>
      </dgm:t>
    </dgm:pt>
    <dgm:pt modelId="{2261D250-93EB-40BE-AA87-DE78E9C37818}" type="parTrans" cxnId="{7A975F47-F771-4562-9ED4-EA5F44A9C596}">
      <dgm:prSet/>
      <dgm:spPr/>
      <dgm:t>
        <a:bodyPr/>
        <a:lstStyle/>
        <a:p>
          <a:endParaRPr lang="en-US"/>
        </a:p>
      </dgm:t>
    </dgm:pt>
    <dgm:pt modelId="{034406FF-23F2-4CC6-BB22-E1EBCDACFC57}" type="sibTrans" cxnId="{7A975F47-F771-4562-9ED4-EA5F44A9C596}">
      <dgm:prSet/>
      <dgm:spPr/>
      <dgm:t>
        <a:bodyPr/>
        <a:lstStyle/>
        <a:p>
          <a:endParaRPr lang="en-US"/>
        </a:p>
      </dgm:t>
    </dgm:pt>
    <dgm:pt modelId="{71BEC9D5-3F05-4650-8C6F-BEBCB831DF07}">
      <dgm:prSet/>
      <dgm:spPr/>
      <dgm:t>
        <a:bodyPr/>
        <a:lstStyle/>
        <a:p>
          <a:r>
            <a:rPr lang="en-US"/>
            <a:t>Show RecyclerView and search functionality.</a:t>
          </a:r>
        </a:p>
      </dgm:t>
    </dgm:pt>
    <dgm:pt modelId="{9F420E55-51BD-4E2B-8C1C-0D098B5A98FB}" type="parTrans" cxnId="{924F6D8F-0B16-402E-9DA9-67BB1C115CCE}">
      <dgm:prSet/>
      <dgm:spPr/>
      <dgm:t>
        <a:bodyPr/>
        <a:lstStyle/>
        <a:p>
          <a:endParaRPr lang="en-US"/>
        </a:p>
      </dgm:t>
    </dgm:pt>
    <dgm:pt modelId="{7E9B8A9E-CDA6-4C8F-A42C-94C57787E7E4}" type="sibTrans" cxnId="{924F6D8F-0B16-402E-9DA9-67BB1C115CCE}">
      <dgm:prSet/>
      <dgm:spPr/>
      <dgm:t>
        <a:bodyPr/>
        <a:lstStyle/>
        <a:p>
          <a:endParaRPr lang="en-US"/>
        </a:p>
      </dgm:t>
    </dgm:pt>
    <dgm:pt modelId="{5D7F0569-67F7-4081-A214-C0C9A752B0EB}">
      <dgm:prSet/>
      <dgm:spPr/>
      <dgm:t>
        <a:bodyPr/>
        <a:lstStyle/>
        <a:p>
          <a:r>
            <a:rPr lang="en-US"/>
            <a:t>Show details screen and validation.</a:t>
          </a:r>
        </a:p>
      </dgm:t>
    </dgm:pt>
    <dgm:pt modelId="{DBCBA9A7-C541-41A6-A9D6-60A1E200FE7D}" type="parTrans" cxnId="{621AF50B-1CE1-4332-80FD-45DCBC6A2A24}">
      <dgm:prSet/>
      <dgm:spPr/>
      <dgm:t>
        <a:bodyPr/>
        <a:lstStyle/>
        <a:p>
          <a:endParaRPr lang="en-US"/>
        </a:p>
      </dgm:t>
    </dgm:pt>
    <dgm:pt modelId="{FF777C45-9055-4234-8461-606A9DD70A4C}" type="sibTrans" cxnId="{621AF50B-1CE1-4332-80FD-45DCBC6A2A24}">
      <dgm:prSet/>
      <dgm:spPr/>
      <dgm:t>
        <a:bodyPr/>
        <a:lstStyle/>
        <a:p>
          <a:endParaRPr lang="en-US"/>
        </a:p>
      </dgm:t>
    </dgm:pt>
    <dgm:pt modelId="{DADAF7F2-933C-4848-8801-1921144AD69E}" type="pres">
      <dgm:prSet presAssocID="{C834BAA3-F321-47CE-8BF6-9720DF252A16}" presName="root" presStyleCnt="0">
        <dgm:presLayoutVars>
          <dgm:dir/>
          <dgm:resizeHandles val="exact"/>
        </dgm:presLayoutVars>
      </dgm:prSet>
      <dgm:spPr/>
    </dgm:pt>
    <dgm:pt modelId="{CAD17E36-DAC2-4DC3-96A9-321140EE09E8}" type="pres">
      <dgm:prSet presAssocID="{2225FDC9-1884-4FDC-BC96-3252E6410F52}" presName="compNode" presStyleCnt="0"/>
      <dgm:spPr/>
    </dgm:pt>
    <dgm:pt modelId="{BC12D7C2-BEFD-4CB0-AF64-8404F9172EE6}" type="pres">
      <dgm:prSet presAssocID="{2225FDC9-1884-4FDC-BC96-3252E6410F52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ghway scene"/>
        </a:ext>
      </dgm:extLst>
    </dgm:pt>
    <dgm:pt modelId="{A9188C72-7E80-4E89-9E77-0AD1DD32EAEC}" type="pres">
      <dgm:prSet presAssocID="{2225FDC9-1884-4FDC-BC96-3252E6410F52}" presName="spaceRect" presStyleCnt="0"/>
      <dgm:spPr/>
    </dgm:pt>
    <dgm:pt modelId="{20CF0BBB-44A4-4C1C-AD4B-59620D87C837}" type="pres">
      <dgm:prSet presAssocID="{2225FDC9-1884-4FDC-BC96-3252E6410F52}" presName="textRect" presStyleLbl="revTx" presStyleIdx="0" presStyleCnt="3">
        <dgm:presLayoutVars>
          <dgm:chMax val="1"/>
          <dgm:chPref val="1"/>
        </dgm:presLayoutVars>
      </dgm:prSet>
      <dgm:spPr/>
    </dgm:pt>
    <dgm:pt modelId="{1E5666AC-204B-4E28-A3AA-4D8F5F883EC6}" type="pres">
      <dgm:prSet presAssocID="{034406FF-23F2-4CC6-BB22-E1EBCDACFC57}" presName="sibTrans" presStyleCnt="0"/>
      <dgm:spPr/>
    </dgm:pt>
    <dgm:pt modelId="{E4F309E8-EBA9-402A-8DBF-649C61CD0B4B}" type="pres">
      <dgm:prSet presAssocID="{71BEC9D5-3F05-4650-8C6F-BEBCB831DF07}" presName="compNode" presStyleCnt="0"/>
      <dgm:spPr/>
    </dgm:pt>
    <dgm:pt modelId="{DAE1C64D-417F-436F-860A-386B583EFBD9}" type="pres">
      <dgm:prSet presAssocID="{71BEC9D5-3F05-4650-8C6F-BEBCB831DF07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Zoom In"/>
        </a:ext>
      </dgm:extLst>
    </dgm:pt>
    <dgm:pt modelId="{2F52E079-BA28-4CAD-A2C9-CBD925FC3488}" type="pres">
      <dgm:prSet presAssocID="{71BEC9D5-3F05-4650-8C6F-BEBCB831DF07}" presName="spaceRect" presStyleCnt="0"/>
      <dgm:spPr/>
    </dgm:pt>
    <dgm:pt modelId="{1C8BBA6A-DC18-454F-9688-C0D41B0D3B5E}" type="pres">
      <dgm:prSet presAssocID="{71BEC9D5-3F05-4650-8C6F-BEBCB831DF07}" presName="textRect" presStyleLbl="revTx" presStyleIdx="1" presStyleCnt="3">
        <dgm:presLayoutVars>
          <dgm:chMax val="1"/>
          <dgm:chPref val="1"/>
        </dgm:presLayoutVars>
      </dgm:prSet>
      <dgm:spPr/>
    </dgm:pt>
    <dgm:pt modelId="{15E8D27E-4004-43FC-94C0-10792C406669}" type="pres">
      <dgm:prSet presAssocID="{7E9B8A9E-CDA6-4C8F-A42C-94C57787E7E4}" presName="sibTrans" presStyleCnt="0"/>
      <dgm:spPr/>
    </dgm:pt>
    <dgm:pt modelId="{C984A578-CDD3-49AE-8692-B94D32BCDAF4}" type="pres">
      <dgm:prSet presAssocID="{5D7F0569-67F7-4081-A214-C0C9A752B0EB}" presName="compNode" presStyleCnt="0"/>
      <dgm:spPr/>
    </dgm:pt>
    <dgm:pt modelId="{F086AEFE-3A67-438C-942A-E73AAF265352}" type="pres">
      <dgm:prSet presAssocID="{5D7F0569-67F7-4081-A214-C0C9A752B0EB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jector screen"/>
        </a:ext>
      </dgm:extLst>
    </dgm:pt>
    <dgm:pt modelId="{46194247-E59C-4BB4-AF94-6B3E887E6CAB}" type="pres">
      <dgm:prSet presAssocID="{5D7F0569-67F7-4081-A214-C0C9A752B0EB}" presName="spaceRect" presStyleCnt="0"/>
      <dgm:spPr/>
    </dgm:pt>
    <dgm:pt modelId="{743BC13E-EEAD-4ECA-919A-D6210D28CB9F}" type="pres">
      <dgm:prSet presAssocID="{5D7F0569-67F7-4081-A214-C0C9A752B0EB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621AF50B-1CE1-4332-80FD-45DCBC6A2A24}" srcId="{C834BAA3-F321-47CE-8BF6-9720DF252A16}" destId="{5D7F0569-67F7-4081-A214-C0C9A752B0EB}" srcOrd="2" destOrd="0" parTransId="{DBCBA9A7-C541-41A6-A9D6-60A1E200FE7D}" sibTransId="{FF777C45-9055-4234-8461-606A9DD70A4C}"/>
    <dgm:cxn modelId="{1754FE17-C5E2-4469-AD44-89739E87801E}" type="presOf" srcId="{71BEC9D5-3F05-4650-8C6F-BEBCB831DF07}" destId="{1C8BBA6A-DC18-454F-9688-C0D41B0D3B5E}" srcOrd="0" destOrd="0" presId="urn:microsoft.com/office/officeart/2018/2/layout/IconLabelList"/>
    <dgm:cxn modelId="{0890A761-39C6-488F-9DCA-760BBD595B88}" type="presOf" srcId="{C834BAA3-F321-47CE-8BF6-9720DF252A16}" destId="{DADAF7F2-933C-4848-8801-1921144AD69E}" srcOrd="0" destOrd="0" presId="urn:microsoft.com/office/officeart/2018/2/layout/IconLabelList"/>
    <dgm:cxn modelId="{7A975F47-F771-4562-9ED4-EA5F44A9C596}" srcId="{C834BAA3-F321-47CE-8BF6-9720DF252A16}" destId="{2225FDC9-1884-4FDC-BC96-3252E6410F52}" srcOrd="0" destOrd="0" parTransId="{2261D250-93EB-40BE-AA87-DE78E9C37818}" sibTransId="{034406FF-23F2-4CC6-BB22-E1EBCDACFC57}"/>
    <dgm:cxn modelId="{924F6D8F-0B16-402E-9DA9-67BB1C115CCE}" srcId="{C834BAA3-F321-47CE-8BF6-9720DF252A16}" destId="{71BEC9D5-3F05-4650-8C6F-BEBCB831DF07}" srcOrd="1" destOrd="0" parTransId="{9F420E55-51BD-4E2B-8C1C-0D098B5A98FB}" sibTransId="{7E9B8A9E-CDA6-4C8F-A42C-94C57787E7E4}"/>
    <dgm:cxn modelId="{FC092A95-42BF-43A7-9351-764FED631C9C}" type="presOf" srcId="{5D7F0569-67F7-4081-A214-C0C9A752B0EB}" destId="{743BC13E-EEAD-4ECA-919A-D6210D28CB9F}" srcOrd="0" destOrd="0" presId="urn:microsoft.com/office/officeart/2018/2/layout/IconLabelList"/>
    <dgm:cxn modelId="{F2BCD5B6-EF2B-485B-8D1D-262274DF4163}" type="presOf" srcId="{2225FDC9-1884-4FDC-BC96-3252E6410F52}" destId="{20CF0BBB-44A4-4C1C-AD4B-59620D87C837}" srcOrd="0" destOrd="0" presId="urn:microsoft.com/office/officeart/2018/2/layout/IconLabelList"/>
    <dgm:cxn modelId="{02A09A26-409F-4DED-BBE9-589E3901BCE1}" type="presParOf" srcId="{DADAF7F2-933C-4848-8801-1921144AD69E}" destId="{CAD17E36-DAC2-4DC3-96A9-321140EE09E8}" srcOrd="0" destOrd="0" presId="urn:microsoft.com/office/officeart/2018/2/layout/IconLabelList"/>
    <dgm:cxn modelId="{2F13A8B2-A753-4215-B6A2-409A82758151}" type="presParOf" srcId="{CAD17E36-DAC2-4DC3-96A9-321140EE09E8}" destId="{BC12D7C2-BEFD-4CB0-AF64-8404F9172EE6}" srcOrd="0" destOrd="0" presId="urn:microsoft.com/office/officeart/2018/2/layout/IconLabelList"/>
    <dgm:cxn modelId="{C68D9F7F-2B62-43E0-AC1F-6CB835674DF8}" type="presParOf" srcId="{CAD17E36-DAC2-4DC3-96A9-321140EE09E8}" destId="{A9188C72-7E80-4E89-9E77-0AD1DD32EAEC}" srcOrd="1" destOrd="0" presId="urn:microsoft.com/office/officeart/2018/2/layout/IconLabelList"/>
    <dgm:cxn modelId="{45DEE476-F2F7-462A-B166-07A0A49BCCA1}" type="presParOf" srcId="{CAD17E36-DAC2-4DC3-96A9-321140EE09E8}" destId="{20CF0BBB-44A4-4C1C-AD4B-59620D87C837}" srcOrd="2" destOrd="0" presId="urn:microsoft.com/office/officeart/2018/2/layout/IconLabelList"/>
    <dgm:cxn modelId="{99046C17-07B8-450B-8FF4-C2D1740CD345}" type="presParOf" srcId="{DADAF7F2-933C-4848-8801-1921144AD69E}" destId="{1E5666AC-204B-4E28-A3AA-4D8F5F883EC6}" srcOrd="1" destOrd="0" presId="urn:microsoft.com/office/officeart/2018/2/layout/IconLabelList"/>
    <dgm:cxn modelId="{9A2A3AFA-B199-48FB-A430-5634CEA40929}" type="presParOf" srcId="{DADAF7F2-933C-4848-8801-1921144AD69E}" destId="{E4F309E8-EBA9-402A-8DBF-649C61CD0B4B}" srcOrd="2" destOrd="0" presId="urn:microsoft.com/office/officeart/2018/2/layout/IconLabelList"/>
    <dgm:cxn modelId="{7E7A0D92-B441-4E88-9515-9BFFA93E21FC}" type="presParOf" srcId="{E4F309E8-EBA9-402A-8DBF-649C61CD0B4B}" destId="{DAE1C64D-417F-436F-860A-386B583EFBD9}" srcOrd="0" destOrd="0" presId="urn:microsoft.com/office/officeart/2018/2/layout/IconLabelList"/>
    <dgm:cxn modelId="{8DD89730-71A0-4526-9528-0E3EF9C53AB9}" type="presParOf" srcId="{E4F309E8-EBA9-402A-8DBF-649C61CD0B4B}" destId="{2F52E079-BA28-4CAD-A2C9-CBD925FC3488}" srcOrd="1" destOrd="0" presId="urn:microsoft.com/office/officeart/2018/2/layout/IconLabelList"/>
    <dgm:cxn modelId="{DA9D18A5-3DB3-4CB2-8B20-C6AE41CE88AF}" type="presParOf" srcId="{E4F309E8-EBA9-402A-8DBF-649C61CD0B4B}" destId="{1C8BBA6A-DC18-454F-9688-C0D41B0D3B5E}" srcOrd="2" destOrd="0" presId="urn:microsoft.com/office/officeart/2018/2/layout/IconLabelList"/>
    <dgm:cxn modelId="{6715C57B-74D7-46FD-8EAC-81F382837D6A}" type="presParOf" srcId="{DADAF7F2-933C-4848-8801-1921144AD69E}" destId="{15E8D27E-4004-43FC-94C0-10792C406669}" srcOrd="3" destOrd="0" presId="urn:microsoft.com/office/officeart/2018/2/layout/IconLabelList"/>
    <dgm:cxn modelId="{2FECF521-83E6-4522-97E8-E2CE5833C17B}" type="presParOf" srcId="{DADAF7F2-933C-4848-8801-1921144AD69E}" destId="{C984A578-CDD3-49AE-8692-B94D32BCDAF4}" srcOrd="4" destOrd="0" presId="urn:microsoft.com/office/officeart/2018/2/layout/IconLabelList"/>
    <dgm:cxn modelId="{3E074F6C-5178-4B54-9A59-3D8A451343ED}" type="presParOf" srcId="{C984A578-CDD3-49AE-8692-B94D32BCDAF4}" destId="{F086AEFE-3A67-438C-942A-E73AAF265352}" srcOrd="0" destOrd="0" presId="urn:microsoft.com/office/officeart/2018/2/layout/IconLabelList"/>
    <dgm:cxn modelId="{D39A25D1-7B58-4BBC-B848-188BEB47C137}" type="presParOf" srcId="{C984A578-CDD3-49AE-8692-B94D32BCDAF4}" destId="{46194247-E59C-4BB4-AF94-6B3E887E6CAB}" srcOrd="1" destOrd="0" presId="urn:microsoft.com/office/officeart/2018/2/layout/IconLabelList"/>
    <dgm:cxn modelId="{FD282086-676C-48A6-8287-DA8F2C678311}" type="presParOf" srcId="{C984A578-CDD3-49AE-8692-B94D32BCDAF4}" destId="{743BC13E-EEAD-4ECA-919A-D6210D28CB9F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D663DEE-A738-496E-B3C8-19B095B277F7}">
      <dsp:nvSpPr>
        <dsp:cNvPr id="0" name=""/>
        <dsp:cNvSpPr/>
      </dsp:nvSpPr>
      <dsp:spPr>
        <a:xfrm>
          <a:off x="749317" y="813808"/>
          <a:ext cx="971544" cy="97154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67537FA-FF7F-4DB4-AE23-F70A6D68B220}">
      <dsp:nvSpPr>
        <dsp:cNvPr id="0" name=""/>
        <dsp:cNvSpPr/>
      </dsp:nvSpPr>
      <dsp:spPr>
        <a:xfrm>
          <a:off x="155595" y="2084036"/>
          <a:ext cx="2158987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Project Goal:</a:t>
          </a:r>
        </a:p>
      </dsp:txBody>
      <dsp:txXfrm>
        <a:off x="155595" y="2084036"/>
        <a:ext cx="2158987" cy="720000"/>
      </dsp:txXfrm>
    </dsp:sp>
    <dsp:sp modelId="{F355C40F-DBD2-41B4-A2B7-4B51B127779F}">
      <dsp:nvSpPr>
        <dsp:cNvPr id="0" name=""/>
        <dsp:cNvSpPr/>
      </dsp:nvSpPr>
      <dsp:spPr>
        <a:xfrm>
          <a:off x="3286127" y="813808"/>
          <a:ext cx="971544" cy="97154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7B037C2-2444-4AC3-8827-14E7B58EF5B7}">
      <dsp:nvSpPr>
        <dsp:cNvPr id="0" name=""/>
        <dsp:cNvSpPr/>
      </dsp:nvSpPr>
      <dsp:spPr>
        <a:xfrm>
          <a:off x="2692406" y="2084036"/>
          <a:ext cx="2158987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Target Users:</a:t>
          </a:r>
        </a:p>
      </dsp:txBody>
      <dsp:txXfrm>
        <a:off x="2692406" y="2084036"/>
        <a:ext cx="2158987" cy="720000"/>
      </dsp:txXfrm>
    </dsp:sp>
    <dsp:sp modelId="{2A6DFC97-160E-4504-BE2F-A095376F8CE5}">
      <dsp:nvSpPr>
        <dsp:cNvPr id="0" name=""/>
        <dsp:cNvSpPr/>
      </dsp:nvSpPr>
      <dsp:spPr>
        <a:xfrm>
          <a:off x="5822938" y="813808"/>
          <a:ext cx="971544" cy="97154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FE3B64F-A70B-4B53-AF5D-55455B4B5487}">
      <dsp:nvSpPr>
        <dsp:cNvPr id="0" name=""/>
        <dsp:cNvSpPr/>
      </dsp:nvSpPr>
      <dsp:spPr>
        <a:xfrm>
          <a:off x="5229216" y="2084036"/>
          <a:ext cx="2158987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Main Problem Solved:</a:t>
          </a:r>
        </a:p>
      </dsp:txBody>
      <dsp:txXfrm>
        <a:off x="5229216" y="2084036"/>
        <a:ext cx="2158987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D94E9BA-3497-4109-BCC4-86B89B0A5D7C}">
      <dsp:nvSpPr>
        <dsp:cNvPr id="0" name=""/>
        <dsp:cNvSpPr/>
      </dsp:nvSpPr>
      <dsp:spPr>
        <a:xfrm>
          <a:off x="3558816" y="804745"/>
          <a:ext cx="62056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20566" y="45720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852820" y="847209"/>
        <a:ext cx="32558" cy="6511"/>
      </dsp:txXfrm>
    </dsp:sp>
    <dsp:sp modelId="{3786DFAB-1CAB-4ED8-B1A5-8EDB11764CD4}">
      <dsp:nvSpPr>
        <dsp:cNvPr id="0" name=""/>
        <dsp:cNvSpPr/>
      </dsp:nvSpPr>
      <dsp:spPr>
        <a:xfrm>
          <a:off x="729459" y="1118"/>
          <a:ext cx="2831157" cy="169869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8729" tIns="145621" rIns="138729" bIns="145621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2100" b="1" kern="1200"/>
            <a:t>SS1 – Strategic Planning</a:t>
          </a:r>
          <a:endParaRPr lang="en-US" sz="2100" kern="120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ZA" sz="1600" kern="1200"/>
            <a:t>Project concept </a:t>
          </a:r>
          <a:endParaRPr lang="en-US" sz="1600" kern="120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ZA" sz="1600" kern="1200"/>
            <a:t>User requirements </a:t>
          </a:r>
          <a:endParaRPr lang="en-US" sz="1600" kern="120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ZA" sz="1600" kern="1200"/>
            <a:t>MVP definition </a:t>
          </a:r>
          <a:endParaRPr lang="en-US" sz="1600" kern="1200"/>
        </a:p>
      </dsp:txBody>
      <dsp:txXfrm>
        <a:off x="729459" y="1118"/>
        <a:ext cx="2831157" cy="1698694"/>
      </dsp:txXfrm>
    </dsp:sp>
    <dsp:sp modelId="{E9D56FB8-B728-4820-A9E7-65F65F8C9756}">
      <dsp:nvSpPr>
        <dsp:cNvPr id="0" name=""/>
        <dsp:cNvSpPr/>
      </dsp:nvSpPr>
      <dsp:spPr>
        <a:xfrm>
          <a:off x="2145038" y="1698012"/>
          <a:ext cx="3482323" cy="620566"/>
        </a:xfrm>
        <a:custGeom>
          <a:avLst/>
          <a:gdLst/>
          <a:ahLst/>
          <a:cxnLst/>
          <a:rect l="0" t="0" r="0" b="0"/>
          <a:pathLst>
            <a:path>
              <a:moveTo>
                <a:pt x="3482323" y="0"/>
              </a:moveTo>
              <a:lnTo>
                <a:pt x="3482323" y="327383"/>
              </a:lnTo>
              <a:lnTo>
                <a:pt x="0" y="327383"/>
              </a:lnTo>
              <a:lnTo>
                <a:pt x="0" y="620566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797632" y="2005040"/>
        <a:ext cx="177134" cy="6511"/>
      </dsp:txXfrm>
    </dsp:sp>
    <dsp:sp modelId="{1A72B643-B0C8-4F11-85F9-08EC527674B9}">
      <dsp:nvSpPr>
        <dsp:cNvPr id="0" name=""/>
        <dsp:cNvSpPr/>
      </dsp:nvSpPr>
      <dsp:spPr>
        <a:xfrm>
          <a:off x="4211783" y="1118"/>
          <a:ext cx="2831157" cy="169869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8729" tIns="145621" rIns="138729" bIns="145621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2100" b="1" kern="1200"/>
            <a:t>SS2 – UI/UX Design</a:t>
          </a:r>
          <a:endParaRPr lang="en-US" sz="2100" kern="120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ZA" sz="1600" kern="1200"/>
            <a:t>Wireframes </a:t>
          </a:r>
          <a:endParaRPr lang="en-US" sz="1600" kern="120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ZA" sz="1600" kern="1200"/>
            <a:t>User journeys </a:t>
          </a:r>
          <a:endParaRPr lang="en-US" sz="1600" kern="120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ZA" sz="1600" kern="1200"/>
            <a:t>Screen layouts </a:t>
          </a:r>
          <a:endParaRPr lang="en-US" sz="1600" kern="1200"/>
        </a:p>
      </dsp:txBody>
      <dsp:txXfrm>
        <a:off x="4211783" y="1118"/>
        <a:ext cx="2831157" cy="1698694"/>
      </dsp:txXfrm>
    </dsp:sp>
    <dsp:sp modelId="{E73F027E-4A12-4C43-A0F9-A2A126EFEAB2}">
      <dsp:nvSpPr>
        <dsp:cNvPr id="0" name=""/>
        <dsp:cNvSpPr/>
      </dsp:nvSpPr>
      <dsp:spPr>
        <a:xfrm>
          <a:off x="3558816" y="3154606"/>
          <a:ext cx="62056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20566" y="45720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852820" y="3197070"/>
        <a:ext cx="32558" cy="6511"/>
      </dsp:txXfrm>
    </dsp:sp>
    <dsp:sp modelId="{744AEE34-D825-4EA5-AF81-410AD89482A6}">
      <dsp:nvSpPr>
        <dsp:cNvPr id="0" name=""/>
        <dsp:cNvSpPr/>
      </dsp:nvSpPr>
      <dsp:spPr>
        <a:xfrm>
          <a:off x="729459" y="2350979"/>
          <a:ext cx="2831157" cy="169869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8729" tIns="145621" rIns="138729" bIns="145621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2100" b="1" kern="1200"/>
            <a:t>SS3 – Development</a:t>
          </a:r>
          <a:endParaRPr lang="en-US" sz="2100" kern="120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ZA" sz="1600" kern="1200"/>
            <a:t>Kotlin implementation </a:t>
          </a:r>
          <a:endParaRPr lang="en-US" sz="1600" kern="120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ZA" sz="1600" kern="1200"/>
            <a:t>RecyclerView </a:t>
          </a:r>
          <a:endParaRPr lang="en-US" sz="1600" kern="120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ZA" sz="1600" kern="1200"/>
            <a:t>Navigation </a:t>
          </a:r>
          <a:endParaRPr lang="en-US" sz="1600" kern="1200"/>
        </a:p>
      </dsp:txBody>
      <dsp:txXfrm>
        <a:off x="729459" y="2350979"/>
        <a:ext cx="2831157" cy="1698694"/>
      </dsp:txXfrm>
    </dsp:sp>
    <dsp:sp modelId="{B2288EDB-46FC-4DF4-8339-5EADB996E907}">
      <dsp:nvSpPr>
        <dsp:cNvPr id="0" name=""/>
        <dsp:cNvSpPr/>
      </dsp:nvSpPr>
      <dsp:spPr>
        <a:xfrm>
          <a:off x="4211783" y="2350979"/>
          <a:ext cx="2831157" cy="169869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8729" tIns="145621" rIns="138729" bIns="145621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2100" b="1" kern="1200"/>
            <a:t>SS4 – Finalisation</a:t>
          </a:r>
          <a:endParaRPr lang="en-US" sz="2100" kern="120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ZA" sz="1600" kern="1200"/>
            <a:t>Validation </a:t>
          </a:r>
          <a:endParaRPr lang="en-US" sz="1600" kern="120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ZA" sz="1600" kern="1200"/>
            <a:t>Documentation </a:t>
          </a:r>
          <a:endParaRPr lang="en-US" sz="1600" kern="120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ZA" sz="1600" kern="1200"/>
            <a:t>Testing </a:t>
          </a:r>
          <a:endParaRPr lang="en-US" sz="1600" kern="120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ZA" sz="1600" kern="1200"/>
            <a:t>Deployment preparation</a:t>
          </a:r>
          <a:endParaRPr lang="en-US" sz="1600" kern="1200"/>
        </a:p>
      </dsp:txBody>
      <dsp:txXfrm>
        <a:off x="4211783" y="2350979"/>
        <a:ext cx="2831157" cy="169869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2048C4A-ED73-40E5-8058-0B6431C5E2DD}">
      <dsp:nvSpPr>
        <dsp:cNvPr id="0" name=""/>
        <dsp:cNvSpPr/>
      </dsp:nvSpPr>
      <dsp:spPr>
        <a:xfrm>
          <a:off x="0" y="132032"/>
          <a:ext cx="3856434" cy="56159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/>
            <a:t>Book Listings</a:t>
          </a:r>
          <a:endParaRPr lang="en-US" sz="2400" kern="1200"/>
        </a:p>
      </dsp:txBody>
      <dsp:txXfrm>
        <a:off x="27415" y="159447"/>
        <a:ext cx="3801604" cy="506769"/>
      </dsp:txXfrm>
    </dsp:sp>
    <dsp:sp modelId="{5C07994B-06CF-49DD-BC1F-F175078E447D}">
      <dsp:nvSpPr>
        <dsp:cNvPr id="0" name=""/>
        <dsp:cNvSpPr/>
      </dsp:nvSpPr>
      <dsp:spPr>
        <a:xfrm>
          <a:off x="0" y="693632"/>
          <a:ext cx="3856434" cy="3974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442" tIns="30480" rIns="170688" bIns="30480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900" kern="1200"/>
            <a:t>Displays available textbooks.</a:t>
          </a:r>
        </a:p>
      </dsp:txBody>
      <dsp:txXfrm>
        <a:off x="0" y="693632"/>
        <a:ext cx="3856434" cy="397440"/>
      </dsp:txXfrm>
    </dsp:sp>
    <dsp:sp modelId="{CCD35BA7-EA38-4EE1-BBA8-B0B0B1E2CFDF}">
      <dsp:nvSpPr>
        <dsp:cNvPr id="0" name=""/>
        <dsp:cNvSpPr/>
      </dsp:nvSpPr>
      <dsp:spPr>
        <a:xfrm>
          <a:off x="0" y="1091072"/>
          <a:ext cx="3856434" cy="561599"/>
        </a:xfrm>
        <a:prstGeom prst="roundRect">
          <a:avLst/>
        </a:prstGeom>
        <a:solidFill>
          <a:schemeClr val="accent2">
            <a:hueOff val="476947"/>
            <a:satOff val="-10882"/>
            <a:lumOff val="402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/>
            <a:t>Search Functionality</a:t>
          </a:r>
          <a:endParaRPr lang="en-US" sz="2400" kern="1200"/>
        </a:p>
      </dsp:txBody>
      <dsp:txXfrm>
        <a:off x="27415" y="1118487"/>
        <a:ext cx="3801604" cy="506769"/>
      </dsp:txXfrm>
    </dsp:sp>
    <dsp:sp modelId="{C81B7F98-6F94-4281-A3CD-73988C9F985C}">
      <dsp:nvSpPr>
        <dsp:cNvPr id="0" name=""/>
        <dsp:cNvSpPr/>
      </dsp:nvSpPr>
      <dsp:spPr>
        <a:xfrm>
          <a:off x="0" y="1652672"/>
          <a:ext cx="3856434" cy="5713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442" tIns="30480" rIns="170688" bIns="30480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900" kern="1200"/>
            <a:t>Allows filtering by title, author, or course.</a:t>
          </a:r>
        </a:p>
      </dsp:txBody>
      <dsp:txXfrm>
        <a:off x="0" y="1652672"/>
        <a:ext cx="3856434" cy="571320"/>
      </dsp:txXfrm>
    </dsp:sp>
    <dsp:sp modelId="{AA306B69-7271-4059-B1B5-AC3404505C92}">
      <dsp:nvSpPr>
        <dsp:cNvPr id="0" name=""/>
        <dsp:cNvSpPr/>
      </dsp:nvSpPr>
      <dsp:spPr>
        <a:xfrm>
          <a:off x="0" y="2223992"/>
          <a:ext cx="3856434" cy="561599"/>
        </a:xfrm>
        <a:prstGeom prst="roundRect">
          <a:avLst/>
        </a:prstGeom>
        <a:solidFill>
          <a:schemeClr val="accent2">
            <a:hueOff val="953895"/>
            <a:satOff val="-21764"/>
            <a:lumOff val="803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/>
            <a:t>Book Details</a:t>
          </a:r>
          <a:endParaRPr lang="en-US" sz="2400" kern="1200"/>
        </a:p>
      </dsp:txBody>
      <dsp:txXfrm>
        <a:off x="27415" y="2251407"/>
        <a:ext cx="3801604" cy="506769"/>
      </dsp:txXfrm>
    </dsp:sp>
    <dsp:sp modelId="{6F013744-EE7D-4058-974C-F2D9BAAAEF1B}">
      <dsp:nvSpPr>
        <dsp:cNvPr id="0" name=""/>
        <dsp:cNvSpPr/>
      </dsp:nvSpPr>
      <dsp:spPr>
        <a:xfrm>
          <a:off x="0" y="2785592"/>
          <a:ext cx="3856434" cy="3974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442" tIns="30480" rIns="170688" bIns="30480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900" kern="1200"/>
            <a:t>Displays detailed information.</a:t>
          </a:r>
        </a:p>
      </dsp:txBody>
      <dsp:txXfrm>
        <a:off x="0" y="2785592"/>
        <a:ext cx="3856434" cy="397440"/>
      </dsp:txXfrm>
    </dsp:sp>
    <dsp:sp modelId="{463CB9A8-E3BC-449D-9A1A-6F63B07C3BDE}">
      <dsp:nvSpPr>
        <dsp:cNvPr id="0" name=""/>
        <dsp:cNvSpPr/>
      </dsp:nvSpPr>
      <dsp:spPr>
        <a:xfrm>
          <a:off x="0" y="3183032"/>
          <a:ext cx="3856434" cy="561599"/>
        </a:xfrm>
        <a:prstGeom prst="roundRect">
          <a:avLst/>
        </a:prstGeom>
        <a:solidFill>
          <a:schemeClr val="accent2">
            <a:hueOff val="1430842"/>
            <a:satOff val="-32646"/>
            <a:lumOff val="1205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/>
            <a:t>Contact Seller</a:t>
          </a:r>
          <a:endParaRPr lang="en-US" sz="2400" kern="1200"/>
        </a:p>
      </dsp:txBody>
      <dsp:txXfrm>
        <a:off x="27415" y="3210447"/>
        <a:ext cx="3801604" cy="506769"/>
      </dsp:txXfrm>
    </dsp:sp>
    <dsp:sp modelId="{30A4FE5B-461A-4EA6-B370-B4A28AD1CF7F}">
      <dsp:nvSpPr>
        <dsp:cNvPr id="0" name=""/>
        <dsp:cNvSpPr/>
      </dsp:nvSpPr>
      <dsp:spPr>
        <a:xfrm>
          <a:off x="0" y="3744632"/>
          <a:ext cx="3856434" cy="3974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442" tIns="30480" rIns="170688" bIns="30480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900" kern="1200"/>
            <a:t>Allows enquiries.</a:t>
          </a:r>
        </a:p>
      </dsp:txBody>
      <dsp:txXfrm>
        <a:off x="0" y="3744632"/>
        <a:ext cx="3856434" cy="397440"/>
      </dsp:txXfrm>
    </dsp:sp>
    <dsp:sp modelId="{372FB4B3-90C5-4ED9-85E0-73EBBB24D735}">
      <dsp:nvSpPr>
        <dsp:cNvPr id="0" name=""/>
        <dsp:cNvSpPr/>
      </dsp:nvSpPr>
      <dsp:spPr>
        <a:xfrm>
          <a:off x="0" y="4142072"/>
          <a:ext cx="3856434" cy="561599"/>
        </a:xfrm>
        <a:prstGeom prst="roundRect">
          <a:avLst/>
        </a:prstGeom>
        <a:solidFill>
          <a:schemeClr val="accent2">
            <a:hueOff val="1907789"/>
            <a:satOff val="-43528"/>
            <a:lumOff val="1607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/>
            <a:t>Navigation</a:t>
          </a:r>
          <a:endParaRPr lang="en-US" sz="2400" kern="1200"/>
        </a:p>
      </dsp:txBody>
      <dsp:txXfrm>
        <a:off x="27415" y="4169487"/>
        <a:ext cx="3801604" cy="506769"/>
      </dsp:txXfrm>
    </dsp:sp>
    <dsp:sp modelId="{CB6CBF79-A973-4B39-97BE-8300F088814C}">
      <dsp:nvSpPr>
        <dsp:cNvPr id="0" name=""/>
        <dsp:cNvSpPr/>
      </dsp:nvSpPr>
      <dsp:spPr>
        <a:xfrm>
          <a:off x="0" y="4703672"/>
          <a:ext cx="3856434" cy="5713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442" tIns="30480" rIns="170688" bIns="30480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900" kern="1200"/>
            <a:t>Bottom navigation between screens.</a:t>
          </a:r>
        </a:p>
      </dsp:txBody>
      <dsp:txXfrm>
        <a:off x="0" y="4703672"/>
        <a:ext cx="3856434" cy="57132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C4C371C-E17A-42F2-8936-6F52805F8FEF}">
      <dsp:nvSpPr>
        <dsp:cNvPr id="0" name=""/>
        <dsp:cNvSpPr/>
      </dsp:nvSpPr>
      <dsp:spPr>
        <a:xfrm>
          <a:off x="0" y="0"/>
          <a:ext cx="77724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91AA65-7A79-40A7-AB2E-D21EE6E6AA53}">
      <dsp:nvSpPr>
        <dsp:cNvPr id="0" name=""/>
        <dsp:cNvSpPr/>
      </dsp:nvSpPr>
      <dsp:spPr>
        <a:xfrm>
          <a:off x="0" y="0"/>
          <a:ext cx="1554480" cy="20253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/>
            <a:t>Design Principles</a:t>
          </a:r>
          <a:endParaRPr lang="en-US" sz="2100" kern="1200"/>
        </a:p>
      </dsp:txBody>
      <dsp:txXfrm>
        <a:off x="0" y="0"/>
        <a:ext cx="1554480" cy="2025396"/>
      </dsp:txXfrm>
    </dsp:sp>
    <dsp:sp modelId="{958D2658-6C4A-4162-B994-B67FD501CF99}">
      <dsp:nvSpPr>
        <dsp:cNvPr id="0" name=""/>
        <dsp:cNvSpPr/>
      </dsp:nvSpPr>
      <dsp:spPr>
        <a:xfrm>
          <a:off x="1671066" y="23809"/>
          <a:ext cx="6101334" cy="4761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Simple navigation </a:t>
          </a:r>
        </a:p>
      </dsp:txBody>
      <dsp:txXfrm>
        <a:off x="1671066" y="23809"/>
        <a:ext cx="6101334" cy="476185"/>
      </dsp:txXfrm>
    </dsp:sp>
    <dsp:sp modelId="{5D1B6CA9-A705-452B-9EA4-8A3B97ED00DC}">
      <dsp:nvSpPr>
        <dsp:cNvPr id="0" name=""/>
        <dsp:cNvSpPr/>
      </dsp:nvSpPr>
      <dsp:spPr>
        <a:xfrm>
          <a:off x="1554480" y="499994"/>
          <a:ext cx="621792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487F515-61F5-477B-A035-5A4FF8E39B8D}">
      <dsp:nvSpPr>
        <dsp:cNvPr id="0" name=""/>
        <dsp:cNvSpPr/>
      </dsp:nvSpPr>
      <dsp:spPr>
        <a:xfrm>
          <a:off x="1671066" y="523804"/>
          <a:ext cx="6101334" cy="4761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Readability </a:t>
          </a:r>
        </a:p>
      </dsp:txBody>
      <dsp:txXfrm>
        <a:off x="1671066" y="523804"/>
        <a:ext cx="6101334" cy="476185"/>
      </dsp:txXfrm>
    </dsp:sp>
    <dsp:sp modelId="{4C969C3E-3D33-4618-988F-E943E3EFC314}">
      <dsp:nvSpPr>
        <dsp:cNvPr id="0" name=""/>
        <dsp:cNvSpPr/>
      </dsp:nvSpPr>
      <dsp:spPr>
        <a:xfrm>
          <a:off x="1554480" y="999989"/>
          <a:ext cx="621792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F294A5D-609F-432C-B737-28B3E5DC24C3}">
      <dsp:nvSpPr>
        <dsp:cNvPr id="0" name=""/>
        <dsp:cNvSpPr/>
      </dsp:nvSpPr>
      <dsp:spPr>
        <a:xfrm>
          <a:off x="1671066" y="1023799"/>
          <a:ext cx="6101334" cy="4761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Accessibility </a:t>
          </a:r>
        </a:p>
      </dsp:txBody>
      <dsp:txXfrm>
        <a:off x="1671066" y="1023799"/>
        <a:ext cx="6101334" cy="476185"/>
      </dsp:txXfrm>
    </dsp:sp>
    <dsp:sp modelId="{F3775C1F-EF7F-4B6E-AF3D-96D697905B9D}">
      <dsp:nvSpPr>
        <dsp:cNvPr id="0" name=""/>
        <dsp:cNvSpPr/>
      </dsp:nvSpPr>
      <dsp:spPr>
        <a:xfrm>
          <a:off x="1554480" y="1499984"/>
          <a:ext cx="621792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E1D84CA-57FA-4B6C-9734-9EB70A210A44}">
      <dsp:nvSpPr>
        <dsp:cNvPr id="0" name=""/>
        <dsp:cNvSpPr/>
      </dsp:nvSpPr>
      <dsp:spPr>
        <a:xfrm>
          <a:off x="1671066" y="1523794"/>
          <a:ext cx="6101334" cy="4761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Consistent colors </a:t>
          </a:r>
        </a:p>
      </dsp:txBody>
      <dsp:txXfrm>
        <a:off x="1671066" y="1523794"/>
        <a:ext cx="6101334" cy="476185"/>
      </dsp:txXfrm>
    </dsp:sp>
    <dsp:sp modelId="{50262C18-1900-4BDD-A271-A3AF2E3AC52A}">
      <dsp:nvSpPr>
        <dsp:cNvPr id="0" name=""/>
        <dsp:cNvSpPr/>
      </dsp:nvSpPr>
      <dsp:spPr>
        <a:xfrm>
          <a:off x="1554480" y="1999979"/>
          <a:ext cx="621792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BB3A519-E2FD-44D7-9594-427674317378}">
      <dsp:nvSpPr>
        <dsp:cNvPr id="0" name=""/>
        <dsp:cNvSpPr/>
      </dsp:nvSpPr>
      <dsp:spPr>
        <a:xfrm>
          <a:off x="0" y="2025396"/>
          <a:ext cx="77724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C0371B8-4CB3-48AB-91B9-51188BEB14CD}">
      <dsp:nvSpPr>
        <dsp:cNvPr id="0" name=""/>
        <dsp:cNvSpPr/>
      </dsp:nvSpPr>
      <dsp:spPr>
        <a:xfrm>
          <a:off x="0" y="2025396"/>
          <a:ext cx="1554480" cy="20253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/>
            <a:t>African Theme</a:t>
          </a:r>
          <a:endParaRPr lang="en-US" sz="2100" kern="1200"/>
        </a:p>
      </dsp:txBody>
      <dsp:txXfrm>
        <a:off x="0" y="2025396"/>
        <a:ext cx="1554480" cy="2025396"/>
      </dsp:txXfrm>
    </dsp:sp>
    <dsp:sp modelId="{465FA87F-2E34-4AEF-AA34-20BC310AD740}">
      <dsp:nvSpPr>
        <dsp:cNvPr id="0" name=""/>
        <dsp:cNvSpPr/>
      </dsp:nvSpPr>
      <dsp:spPr>
        <a:xfrm>
          <a:off x="1671066" y="2057042"/>
          <a:ext cx="6101334" cy="6329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Warm colors </a:t>
          </a:r>
        </a:p>
      </dsp:txBody>
      <dsp:txXfrm>
        <a:off x="1671066" y="2057042"/>
        <a:ext cx="6101334" cy="632936"/>
      </dsp:txXfrm>
    </dsp:sp>
    <dsp:sp modelId="{CF1FAA98-0D00-41EF-91F1-34818A6F22D8}">
      <dsp:nvSpPr>
        <dsp:cNvPr id="0" name=""/>
        <dsp:cNvSpPr/>
      </dsp:nvSpPr>
      <dsp:spPr>
        <a:xfrm>
          <a:off x="1554480" y="2689979"/>
          <a:ext cx="621792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BF263C-DDCD-46E5-8813-DBA18AE3FD42}">
      <dsp:nvSpPr>
        <dsp:cNvPr id="0" name=""/>
        <dsp:cNvSpPr/>
      </dsp:nvSpPr>
      <dsp:spPr>
        <a:xfrm>
          <a:off x="1671066" y="2721625"/>
          <a:ext cx="6101334" cy="6329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Educational focus </a:t>
          </a:r>
        </a:p>
      </dsp:txBody>
      <dsp:txXfrm>
        <a:off x="1671066" y="2721625"/>
        <a:ext cx="6101334" cy="632936"/>
      </dsp:txXfrm>
    </dsp:sp>
    <dsp:sp modelId="{A879B7BB-2F4A-4ED2-9CAA-435C84B688B0}">
      <dsp:nvSpPr>
        <dsp:cNvPr id="0" name=""/>
        <dsp:cNvSpPr/>
      </dsp:nvSpPr>
      <dsp:spPr>
        <a:xfrm>
          <a:off x="1554480" y="3354562"/>
          <a:ext cx="621792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F38E650-749D-4D77-B3CA-EDFB1B8FEDE1}">
      <dsp:nvSpPr>
        <dsp:cNvPr id="0" name=""/>
        <dsp:cNvSpPr/>
      </dsp:nvSpPr>
      <dsp:spPr>
        <a:xfrm>
          <a:off x="1671066" y="3386208"/>
          <a:ext cx="6101334" cy="6329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Student-centered design</a:t>
          </a:r>
        </a:p>
      </dsp:txBody>
      <dsp:txXfrm>
        <a:off x="1671066" y="3386208"/>
        <a:ext cx="6101334" cy="632936"/>
      </dsp:txXfrm>
    </dsp:sp>
    <dsp:sp modelId="{4F5164A2-9DAF-4160-8086-35E4EAEF6FB9}">
      <dsp:nvSpPr>
        <dsp:cNvPr id="0" name=""/>
        <dsp:cNvSpPr/>
      </dsp:nvSpPr>
      <dsp:spPr>
        <a:xfrm>
          <a:off x="1554480" y="4019145"/>
          <a:ext cx="621792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C12D7C2-BEFD-4CB0-AF64-8404F9172EE6}">
      <dsp:nvSpPr>
        <dsp:cNvPr id="0" name=""/>
        <dsp:cNvSpPr/>
      </dsp:nvSpPr>
      <dsp:spPr>
        <a:xfrm>
          <a:off x="749317" y="813808"/>
          <a:ext cx="971544" cy="97154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0CF0BBB-44A4-4C1C-AD4B-59620D87C837}">
      <dsp:nvSpPr>
        <dsp:cNvPr id="0" name=""/>
        <dsp:cNvSpPr/>
      </dsp:nvSpPr>
      <dsp:spPr>
        <a:xfrm>
          <a:off x="155595" y="2084036"/>
          <a:ext cx="2158987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Show app launch and navigation.</a:t>
          </a:r>
        </a:p>
      </dsp:txBody>
      <dsp:txXfrm>
        <a:off x="155595" y="2084036"/>
        <a:ext cx="2158987" cy="720000"/>
      </dsp:txXfrm>
    </dsp:sp>
    <dsp:sp modelId="{DAE1C64D-417F-436F-860A-386B583EFBD9}">
      <dsp:nvSpPr>
        <dsp:cNvPr id="0" name=""/>
        <dsp:cNvSpPr/>
      </dsp:nvSpPr>
      <dsp:spPr>
        <a:xfrm>
          <a:off x="3286127" y="813808"/>
          <a:ext cx="971544" cy="97154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8BBA6A-DC18-454F-9688-C0D41B0D3B5E}">
      <dsp:nvSpPr>
        <dsp:cNvPr id="0" name=""/>
        <dsp:cNvSpPr/>
      </dsp:nvSpPr>
      <dsp:spPr>
        <a:xfrm>
          <a:off x="2692406" y="2084036"/>
          <a:ext cx="2158987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Show RecyclerView and search functionality.</a:t>
          </a:r>
        </a:p>
      </dsp:txBody>
      <dsp:txXfrm>
        <a:off x="2692406" y="2084036"/>
        <a:ext cx="2158987" cy="720000"/>
      </dsp:txXfrm>
    </dsp:sp>
    <dsp:sp modelId="{F086AEFE-3A67-438C-942A-E73AAF265352}">
      <dsp:nvSpPr>
        <dsp:cNvPr id="0" name=""/>
        <dsp:cNvSpPr/>
      </dsp:nvSpPr>
      <dsp:spPr>
        <a:xfrm>
          <a:off x="5822938" y="813808"/>
          <a:ext cx="971544" cy="97154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43BC13E-EEAD-4ECA-919A-D6210D28CB9F}">
      <dsp:nvSpPr>
        <dsp:cNvPr id="0" name=""/>
        <dsp:cNvSpPr/>
      </dsp:nvSpPr>
      <dsp:spPr>
        <a:xfrm>
          <a:off x="5229216" y="2084036"/>
          <a:ext cx="2158987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Show details screen and validation.</a:t>
          </a:r>
        </a:p>
      </dsp:txBody>
      <dsp:txXfrm>
        <a:off x="5229216" y="2084036"/>
        <a:ext cx="2158987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685800" y="1346947"/>
            <a:ext cx="7772400" cy="80683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8" name="Rectangle 7"/>
          <p:cNvSpPr/>
          <p:nvPr/>
        </p:nvSpPr>
        <p:spPr>
          <a:xfrm>
            <a:off x="685800" y="4282763"/>
            <a:ext cx="7772400" cy="80683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9" name="Rectangle 8"/>
          <p:cNvSpPr/>
          <p:nvPr/>
        </p:nvSpPr>
        <p:spPr>
          <a:xfrm>
            <a:off x="685800" y="1484779"/>
            <a:ext cx="7772400" cy="2743200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grpSp>
        <p:nvGrpSpPr>
          <p:cNvPr id="10" name="Group 9"/>
          <p:cNvGrpSpPr>
            <a:grpSpLocks noChangeAspect="1"/>
          </p:cNvGrpSpPr>
          <p:nvPr/>
        </p:nvGrpSpPr>
        <p:grpSpPr>
          <a:xfrm>
            <a:off x="7234780" y="4107023"/>
            <a:ext cx="914400" cy="914400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ZA"/>
            </a:p>
          </p:txBody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/>
            <a:lstStyle/>
            <a:p>
              <a:endParaRPr lang="en-ZA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88670" y="1432223"/>
            <a:ext cx="759333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6400" b="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02386" y="4389120"/>
            <a:ext cx="5918454" cy="1069848"/>
          </a:xfrm>
        </p:spPr>
        <p:txBody>
          <a:bodyPr>
            <a:norm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12805" y="6272785"/>
            <a:ext cx="474573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244280" y="4227195"/>
            <a:ext cx="895401" cy="640080"/>
          </a:xfrm>
        </p:spPr>
        <p:txBody>
          <a:bodyPr/>
          <a:lstStyle>
            <a:lvl1pPr>
              <a:defRPr sz="2800" b="1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77948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61568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9144000" cy="1940010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346" y="1225296"/>
            <a:ext cx="696087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6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4330" y="5020056"/>
            <a:ext cx="6789420" cy="1066800"/>
          </a:xfrm>
        </p:spPr>
        <p:txBody>
          <a:bodyPr anchor="t">
            <a:normAutofit/>
          </a:bodyPr>
          <a:lstStyle>
            <a:lvl1pPr marL="0" indent="0">
              <a:buNone/>
              <a:defRPr sz="1800" b="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45251" y="6272785"/>
            <a:ext cx="1983232" cy="365125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36099" y="6272784"/>
            <a:ext cx="4745736" cy="365125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633862" y="2430623"/>
            <a:ext cx="914400" cy="914400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450" y="2508607"/>
            <a:ext cx="891224" cy="720332"/>
          </a:xfrm>
        </p:spPr>
        <p:txBody>
          <a:bodyPr/>
          <a:lstStyle>
            <a:lvl1pPr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63737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60"/>
            <a:ext cx="365760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92218" y="2194560"/>
            <a:ext cx="365760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54381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48256"/>
            <a:ext cx="365760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2743200"/>
            <a:ext cx="365760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20793" y="2048256"/>
            <a:ext cx="365760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20793" y="2743200"/>
            <a:ext cx="365760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4894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6457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4948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6227806" y="1"/>
            <a:ext cx="2916194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2230" y="685800"/>
            <a:ext cx="2400300" cy="1737360"/>
          </a:xfrm>
        </p:spPr>
        <p:txBody>
          <a:bodyPr anchor="b">
            <a:normAutofit/>
          </a:bodyPr>
          <a:lstStyle>
            <a:lvl1pPr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685800"/>
            <a:ext cx="5033772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12230" y="2423160"/>
            <a:ext cx="24003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35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13" name="Oval 12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4" name="Oval 13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60979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6227806" y="1"/>
            <a:ext cx="2916194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2230" y="685800"/>
            <a:ext cx="2400300" cy="1737360"/>
          </a:xfrm>
        </p:spPr>
        <p:txBody>
          <a:bodyPr anchor="b">
            <a:normAutofit/>
          </a:bodyPr>
          <a:lstStyle>
            <a:lvl1pPr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6227805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12230" y="2423160"/>
            <a:ext cx="24003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35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13" name="Oval 12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4" name="Oval 13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31155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9559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533400"/>
            <a:ext cx="1914525" cy="5638800"/>
          </a:xfrm>
        </p:spPr>
        <p:txBody>
          <a:bodyPr vert="eaVert"/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00100" y="533400"/>
            <a:ext cx="5629275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00234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8" name="Oval 7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ZA"/>
            </a:p>
          </p:txBody>
        </p:sp>
        <p:sp>
          <p:nvSpPr>
            <p:cNvPr id="9" name="Oval 8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/>
            <a:lstStyle/>
            <a:p>
              <a:endParaRPr lang="en-ZA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0" y="484632"/>
            <a:ext cx="7772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21408"/>
            <a:ext cx="7772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92368" y="6272785"/>
            <a:ext cx="24551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272785"/>
            <a:ext cx="47457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83346" y="6272785"/>
            <a:ext cx="4800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 b="1" spc="-7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8738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200" b="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microsoft.com/office/2007/relationships/hdphoto" Target="../media/hdphoto2.wdp"/><Relationship Id="rId7" Type="http://schemas.openxmlformats.org/officeDocument/2006/relationships/diagramColors" Target="../diagrams/colors1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3.xml"/><Relationship Id="rId3" Type="http://schemas.microsoft.com/office/2007/relationships/hdphoto" Target="../media/hdphoto3.wdp"/><Relationship Id="rId7" Type="http://schemas.openxmlformats.org/officeDocument/2006/relationships/diagramLayout" Target="../diagrams/layout3.xm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diagramData" Target="../diagrams/data3.xml"/><Relationship Id="rId5" Type="http://schemas.microsoft.com/office/2007/relationships/hdphoto" Target="../media/hdphoto2.wdp"/><Relationship Id="rId10" Type="http://schemas.microsoft.com/office/2007/relationships/diagramDrawing" Target="../diagrams/drawing3.xml"/><Relationship Id="rId4" Type="http://schemas.openxmlformats.org/officeDocument/2006/relationships/image" Target="../media/image4.png"/><Relationship Id="rId9" Type="http://schemas.openxmlformats.org/officeDocument/2006/relationships/diagramColors" Target="../diagrams/colors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8.xml.rels><?xml version="1.0" encoding="UTF-8" standalone="yes"?>
<Relationships xmlns="http://schemas.openxmlformats.org/package/2006/relationships"><Relationship Id="rId8" Type="http://schemas.microsoft.com/office/2007/relationships/diagramDrawing" Target="../diagrams/drawing5.xml"/><Relationship Id="rId3" Type="http://schemas.microsoft.com/office/2007/relationships/hdphoto" Target="../media/hdphoto2.wdp"/><Relationship Id="rId7" Type="http://schemas.openxmlformats.org/officeDocument/2006/relationships/diagramColors" Target="../diagrams/colors5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5.xml"/><Relationship Id="rId5" Type="http://schemas.openxmlformats.org/officeDocument/2006/relationships/diagramLayout" Target="../diagrams/layout5.xml"/><Relationship Id="rId4" Type="http://schemas.openxmlformats.org/officeDocument/2006/relationships/diagramData" Target="../diagrams/data5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microsoft.com/office/2007/relationships/hdphoto" Target="../media/hdphoto2.wdp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680B5D0-24EC-465A-A0E6-C4DF951E00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1714" cy="6858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0BF1B50-A83E-4ED6-A2AA-C943C1F89F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90625" y="928117"/>
            <a:ext cx="7763256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F31E8B2-210B-4B90-83BB-3B180732EF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14102" y="1110053"/>
            <a:ext cx="2539778" cy="4580301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50076" y="1432223"/>
            <a:ext cx="2113813" cy="3357976"/>
          </a:xfrm>
        </p:spPr>
        <p:txBody>
          <a:bodyPr>
            <a:normAutofit/>
          </a:bodyPr>
          <a:lstStyle/>
          <a:p>
            <a:r>
              <a:rPr lang="en-ZA" sz="4400"/>
              <a:t>TEXTBOOK STORE APP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B387409-2B98-40F8-A65F-EF7CF9895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90625" y="5780565"/>
            <a:ext cx="7763256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C9E5F284-A588-4AE7-A36D-1C93E4FD02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235190" y="5257800"/>
            <a:ext cx="810678" cy="1080902"/>
            <a:chOff x="9685338" y="4460675"/>
            <a:chExt cx="1080904" cy="1080902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45D7D540-5CF2-4FC1-BE53-277CC22C09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916C9AA0-DC0C-49A1-ACDF-10BD6D7399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150076" y="4790198"/>
            <a:ext cx="2113814" cy="687058"/>
          </a:xfrm>
        </p:spPr>
        <p:txBody>
          <a:bodyPr>
            <a:normAutofit/>
          </a:bodyPr>
          <a:lstStyle/>
          <a:p>
            <a:r>
              <a:rPr lang="en-US" sz="1000">
                <a:solidFill>
                  <a:srgbClr val="000000"/>
                </a:solidFill>
              </a:rPr>
              <a:t>MADA372 SS4 Final Project Presentation</a:t>
            </a:r>
          </a:p>
          <a:p>
            <a:r>
              <a:rPr lang="en-US" sz="1000">
                <a:solidFill>
                  <a:srgbClr val="000000"/>
                </a:solidFill>
              </a:rPr>
              <a:t>Agobokwe Rathotse</a:t>
            </a:r>
          </a:p>
        </p:txBody>
      </p:sp>
      <p:pic>
        <p:nvPicPr>
          <p:cNvPr id="7" name="Graphic 6" descr="Books">
            <a:extLst>
              <a:ext uri="{FF2B5EF4-FFF2-40B4-BE49-F238E27FC236}">
                <a16:creationId xmlns:a16="http://schemas.microsoft.com/office/drawing/2014/main" id="{45609677-1F74-FC51-E709-61DCC04C8DF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71757" y="1388911"/>
            <a:ext cx="4011543" cy="401154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2386" y="484632"/>
            <a:ext cx="7543800" cy="1609344"/>
          </a:xfrm>
        </p:spPr>
        <p:txBody>
          <a:bodyPr>
            <a:normAutofit/>
          </a:bodyPr>
          <a:lstStyle/>
          <a:p>
            <a:r>
              <a:rPr lang="en-ZA"/>
              <a:t>Project Introduction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FD711E9-7F79-40A9-8D9E-4AE293C154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0100" y="2013293"/>
            <a:ext cx="7543800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9" name="Content Placeholder 2">
            <a:extLst>
              <a:ext uri="{FF2B5EF4-FFF2-40B4-BE49-F238E27FC236}">
                <a16:creationId xmlns:a16="http://schemas.microsoft.com/office/drawing/2014/main" id="{ADC54344-7420-368E-BA73-83FD8C81F5B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15804678"/>
              </p:ext>
            </p:extLst>
          </p:nvPr>
        </p:nvGraphicFramePr>
        <p:xfrm>
          <a:off x="802481" y="2385390"/>
          <a:ext cx="7543800" cy="36178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9C8D586-1ECD-4981-BED2-97336112C0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00600" y="484632"/>
            <a:ext cx="3974689" cy="1609344"/>
          </a:xfrm>
          <a:ln>
            <a:noFill/>
          </a:ln>
        </p:spPr>
        <p:txBody>
          <a:bodyPr>
            <a:normAutofit/>
          </a:bodyPr>
          <a:lstStyle/>
          <a:p>
            <a:r>
              <a:rPr lang="en-ZA" sz="3500"/>
              <a:t>Project Scope &amp; Objectives</a:t>
            </a:r>
          </a:p>
        </p:txBody>
      </p:sp>
      <p:pic>
        <p:nvPicPr>
          <p:cNvPr id="5" name="Picture 4" descr="Top view of school supplies, headset, and iPad on a white surface">
            <a:extLst>
              <a:ext uri="{FF2B5EF4-FFF2-40B4-BE49-F238E27FC236}">
                <a16:creationId xmlns:a16="http://schemas.microsoft.com/office/drawing/2014/main" id="{7AA450B2-CEC5-5EDA-1D99-4E797B062A1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5715" b="-1"/>
          <a:stretch>
            <a:fillRect/>
          </a:stretch>
        </p:blipFill>
        <p:spPr>
          <a:xfrm>
            <a:off x="20" y="10"/>
            <a:ext cx="4549857" cy="6857989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599" y="2121408"/>
            <a:ext cx="3974689" cy="40507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400" b="1"/>
              <a:t>Objectives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400"/>
              <a:t>Provide textbook listings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400"/>
              <a:t>Enable textbook searching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400"/>
              <a:t>Display textbook details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400"/>
              <a:t>Allow seller enquiries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400"/>
              <a:t>Create an easy-to-use mobile experience </a:t>
            </a:r>
          </a:p>
          <a:p>
            <a:endParaRPr lang="en-US" sz="1400" b="1"/>
          </a:p>
          <a:p>
            <a:pPr marL="0" indent="0">
              <a:buNone/>
            </a:pPr>
            <a:r>
              <a:rPr lang="en-US" sz="1400" b="1"/>
              <a:t>Expected Benefits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400"/>
              <a:t>Reduced textbook costs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400"/>
              <a:t>Improved accessibility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400"/>
              <a:t>Faster textbook discovery</a:t>
            </a:r>
          </a:p>
          <a:p>
            <a:endParaRPr lang="en-US" sz="140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F001A23-2767-4A31-BD30-56112DE952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551293" y="6229681"/>
            <a:ext cx="342900" cy="457200"/>
            <a:chOff x="11361456" y="6195813"/>
            <a:chExt cx="548640" cy="548640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C6BD30CE-7C6B-4C5B-8206-2A912062D6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7FA45EC6-AD58-4CAF-846D-46D82B614D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/>
              <a:t>Development Journey</a:t>
            </a:r>
            <a:endParaRPr lang="en-ZA" dirty="0"/>
          </a:p>
        </p:txBody>
      </p:sp>
      <p:graphicFrame>
        <p:nvGraphicFramePr>
          <p:cNvPr id="9" name="Content Placeholder 2">
            <a:extLst>
              <a:ext uri="{FF2B5EF4-FFF2-40B4-BE49-F238E27FC236}">
                <a16:creationId xmlns:a16="http://schemas.microsoft.com/office/drawing/2014/main" id="{5B88F611-E132-C563-46DE-0FC8B437092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85800" y="2121408"/>
          <a:ext cx="7772400" cy="40507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A3D0CE2-91FF-49B3-A5D8-181E900D75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90625" y="1346946"/>
            <a:ext cx="7667244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8AEBD96-C315-4F53-9D9E-0E20E993EB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90625" y="4299696"/>
            <a:ext cx="7667244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8916AAA-66F6-4DFA-88ED-7E27CF6B8D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90625" y="1484779"/>
            <a:ext cx="7667244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137D43F-BAD6-47F1-AA65-AEEA38A2FF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236911" y="4068923"/>
            <a:ext cx="810678" cy="1080902"/>
            <a:chOff x="9685338" y="4460675"/>
            <a:chExt cx="1080904" cy="1080902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D512C9B2-6B22-4211-A940-FCD7C2CD0B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ZA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85F7DB84-CDE7-46F8-90DD-9D048A7D52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/>
            <a:lstStyle/>
            <a:p>
              <a:endParaRPr lang="en-ZA"/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48FDEBDB-5859-4B9E-8810-2C5CFED093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8670" y="942975"/>
            <a:ext cx="7475220" cy="352505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80000"/>
              </a:lnSpc>
            </a:pPr>
            <a:r>
              <a:rPr lang="en-US" sz="9600">
                <a:solidFill>
                  <a:srgbClr val="FFFFFF"/>
                </a:solidFill>
              </a:rP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2386" y="4649148"/>
            <a:ext cx="7461504" cy="1486158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ctr">
              <a:buNone/>
            </a:pPr>
            <a:r>
              <a:rPr lang="en-US" sz="2200">
                <a:solidFill>
                  <a:srgbClr val="FFFFFF">
                    <a:alpha val="60000"/>
                  </a:srgbClr>
                </a:solidFill>
              </a:rPr>
              <a:t>User → UI → Adapter → Model → Data Provider.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B1D1A340-723B-4014-B5FE-204F062731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43000" y="4558589"/>
            <a:ext cx="6858000" cy="0"/>
          </a:xfrm>
          <a:prstGeom prst="line">
            <a:avLst/>
          </a:prstGeom>
          <a:ln w="28575">
            <a:solidFill>
              <a:srgbClr val="FFFFFF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118BA95-03E7-41B7-B442-0AF8C0A7FF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2286" y="0"/>
            <a:ext cx="9141714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59D8741-EAD6-41B1-A882-70D70FC358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5776" y="1679569"/>
            <a:ext cx="2624148" cy="3498858"/>
          </a:xfrm>
          <a:prstGeom prst="ellipse">
            <a:avLst/>
          </a:prstGeom>
          <a:blipFill dpi="0" rotWithShape="1">
            <a:blip r:embed="rId2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400000"/>
                      </a14:imgEffect>
                      <a14:imgEffect>
                        <a14:brightnessContrast bright="-40000" contrast="40000"/>
                      </a14:imgEffect>
                    </a14:imgLayer>
                  </a14:imgProps>
                </a:ext>
              </a:extLst>
            </a:blip>
            <a:srcRect/>
            <a:tile tx="0" ty="0" sx="85000" sy="85000" flip="none" algn="tl"/>
          </a:blipFill>
          <a:ln w="2540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ckwell Extra Bold" pitchFamily="18" charset="0"/>
              <a:ea typeface="+mn-ea"/>
              <a:cs typeface="+mn-cs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45444F36-3103-4D11-A25F-C054D4606D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4600" y="1864667"/>
            <a:ext cx="2346500" cy="3128662"/>
          </a:xfrm>
          <a:prstGeom prst="ellipse">
            <a:avLst/>
          </a:prstGeom>
          <a:noFill/>
          <a:ln w="25400" cap="flat" cmpd="sng" algn="ctr">
            <a:solidFill>
              <a:sysClr val="window" lastClr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7608" y="2376862"/>
            <a:ext cx="1980485" cy="2104273"/>
          </a:xfrm>
          <a:noFill/>
        </p:spPr>
        <p:txBody>
          <a:bodyPr>
            <a:normAutofit/>
          </a:bodyPr>
          <a:lstStyle/>
          <a:p>
            <a:pPr algn="ctr"/>
            <a:r>
              <a:rPr lang="en-ZA" sz="2600">
                <a:solidFill>
                  <a:srgbClr val="FFFFFF"/>
                </a:solidFill>
              </a:rPr>
              <a:t>Application Features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D9B3EAD-A2B3-42C4-927C-3455E3E69E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169508" y="3398744"/>
            <a:ext cx="3657600" cy="60512"/>
          </a:xfrm>
          <a:prstGeom prst="rect">
            <a:avLst/>
          </a:prstGeom>
          <a:blipFill dpi="0" rotWithShape="1">
            <a:blip r:embed="rId4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DAF9B4A-A765-D309-8E0C-5CB7366362C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17995916"/>
              </p:ext>
            </p:extLst>
          </p:nvPr>
        </p:nvGraphicFramePr>
        <p:xfrm>
          <a:off x="4561284" y="725488"/>
          <a:ext cx="3856434" cy="54070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User Interface Design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0545D6A-BE0B-DE48-8487-D8BB61549A1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85800" y="2121408"/>
          <a:ext cx="7772400" cy="40507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2386" y="484632"/>
            <a:ext cx="7543800" cy="1609344"/>
          </a:xfrm>
        </p:spPr>
        <p:txBody>
          <a:bodyPr>
            <a:normAutofit/>
          </a:bodyPr>
          <a:lstStyle/>
          <a:p>
            <a:r>
              <a:rPr dirty="0"/>
              <a:t>Live Demo: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FD711E9-7F79-40A9-8D9E-4AE293C154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0100" y="2013293"/>
            <a:ext cx="7543800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51849A3-BF9E-76A9-51C2-0AFFC4034BD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10937248"/>
              </p:ext>
            </p:extLst>
          </p:nvPr>
        </p:nvGraphicFramePr>
        <p:xfrm>
          <a:off x="802481" y="2385390"/>
          <a:ext cx="7543800" cy="36178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118BA95-03E7-41B7-B442-0AF8C0A7FF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2286" y="0"/>
            <a:ext cx="9141714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E799C3D5-7D55-4046-808C-F290F456D6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95776" y="1679569"/>
            <a:ext cx="2624148" cy="3498858"/>
            <a:chOff x="1061035" y="1679569"/>
            <a:chExt cx="3498864" cy="3498858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059D8741-EAD6-41B1-A882-70D70FC358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61035" y="1679569"/>
              <a:ext cx="3498864" cy="3498858"/>
            </a:xfrm>
            <a:prstGeom prst="ellipse">
              <a:avLst/>
            </a:prstGeom>
            <a:blipFill dpi="0" rotWithShape="1">
              <a:blip r:embed="rId2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saturation sat="400000"/>
                        </a14:imgEffect>
                        <a14:imgEffect>
                          <a14:brightnessContrast bright="-40000" contrast="40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45444F36-3103-4D11-A25F-C054D4606D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46134" y="1864667"/>
              <a:ext cx="3128666" cy="312866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7608" y="2376862"/>
            <a:ext cx="1980485" cy="2104273"/>
          </a:xfrm>
          <a:noFill/>
        </p:spPr>
        <p:txBody>
          <a:bodyPr>
            <a:normAutofit/>
          </a:bodyPr>
          <a:lstStyle/>
          <a:p>
            <a:pPr algn="ctr"/>
            <a:r>
              <a:rPr lang="en-ZA" sz="2600">
                <a:solidFill>
                  <a:srgbClr val="FFFFFF"/>
                </a:solidFill>
              </a:rPr>
              <a:t>GitHub &amp; Deployment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D9B3EAD-A2B3-42C4-927C-3455E3E69E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169508" y="3398744"/>
            <a:ext cx="3657600" cy="60512"/>
          </a:xfrm>
          <a:prstGeom prst="rect">
            <a:avLst/>
          </a:prstGeom>
          <a:blipFill dpi="0" rotWithShape="1">
            <a:blip r:embed="rId4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0816" y="725394"/>
            <a:ext cx="3856994" cy="5407212"/>
          </a:xfrm>
        </p:spPr>
        <p:txBody>
          <a:bodyPr anchor="ctr">
            <a:normAutofit/>
          </a:bodyPr>
          <a:lstStyle/>
          <a:p>
            <a:r>
              <a:t>Repository and deployment evidence.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shade val="97000"/>
            <a:satMod val="1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427CF8A-A1AE-4DA2-B4D3-DD0D215DE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4D3DE63-E06B-473D-8144-78398E3517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05997" y="0"/>
            <a:ext cx="345057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38C5F6C-2147-447F-84CB-47BEB813B8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05996" y="0"/>
            <a:ext cx="3450571" cy="6857999"/>
          </a:xfrm>
          <a:prstGeom prst="rect">
            <a:avLst/>
          </a:prstGeom>
          <a:blipFill dpi="0" rotWithShape="1">
            <a:blip r:embed="rId2">
              <a:alphaModFix amt="4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B0F093A-F2F4-4674-8265-42FC6DAFD0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551293" y="6229681"/>
            <a:ext cx="342900" cy="457200"/>
            <a:chOff x="11401725" y="6229681"/>
            <a:chExt cx="457200" cy="45720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740CB6A0-E815-4B40-8A6B-53CEED0430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01725" y="6229681"/>
              <a:ext cx="457200" cy="45720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7002C1B4-2083-4F91-B4B2-8F3E8E3E2C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30918" y="6258874"/>
              <a:ext cx="398813" cy="398815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9462" y="643467"/>
            <a:ext cx="2684208" cy="5586213"/>
          </a:xfrm>
        </p:spPr>
        <p:txBody>
          <a:bodyPr>
            <a:normAutofit/>
          </a:bodyPr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2386" y="643467"/>
            <a:ext cx="4411168" cy="5586214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ZA" b="1" dirty="0"/>
              <a:t>Achievements</a:t>
            </a:r>
          </a:p>
          <a:p>
            <a:r>
              <a:rPr lang="en-ZA" dirty="0"/>
              <a:t>✓ Book listing system</a:t>
            </a:r>
          </a:p>
          <a:p>
            <a:r>
              <a:rPr lang="en-ZA" dirty="0"/>
              <a:t>✓ Search functionality</a:t>
            </a:r>
          </a:p>
          <a:p>
            <a:r>
              <a:rPr lang="en-ZA" dirty="0"/>
              <a:t>✓ RecyclerView implementation</a:t>
            </a:r>
          </a:p>
          <a:p>
            <a:r>
              <a:rPr lang="en-ZA" dirty="0"/>
              <a:t>✓ Navigation system</a:t>
            </a:r>
          </a:p>
          <a:p>
            <a:r>
              <a:rPr lang="en-ZA" dirty="0"/>
              <a:t>✓ Contact seller feature</a:t>
            </a:r>
          </a:p>
          <a:p>
            <a:r>
              <a:rPr lang="en-ZA" dirty="0"/>
              <a:t>✓ Input validation</a:t>
            </a:r>
          </a:p>
          <a:p>
            <a:r>
              <a:rPr lang="en-ZA" dirty="0"/>
              <a:t>✓ Kotlin and XML implementation</a:t>
            </a:r>
          </a:p>
          <a:p>
            <a:pPr marL="0" indent="0">
              <a:buNone/>
            </a:pPr>
            <a:r>
              <a:rPr lang="en-ZA" b="1" dirty="0"/>
              <a:t>Future Improvements</a:t>
            </a:r>
          </a:p>
          <a:p>
            <a:r>
              <a:rPr lang="en-ZA" dirty="0"/>
              <a:t>User authentication </a:t>
            </a:r>
          </a:p>
          <a:p>
            <a:r>
              <a:rPr lang="en-ZA" dirty="0"/>
              <a:t>Database integration </a:t>
            </a:r>
          </a:p>
          <a:p>
            <a:r>
              <a:rPr lang="en-ZA" dirty="0"/>
              <a:t>Cloud storage </a:t>
            </a:r>
          </a:p>
          <a:p>
            <a:r>
              <a:rPr lang="en-ZA" dirty="0"/>
              <a:t>In-app messaging </a:t>
            </a:r>
          </a:p>
          <a:p>
            <a:endParaRPr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Wood Type</Template>
  <TotalTime>358</TotalTime>
  <Words>227</Words>
  <Application>Microsoft Office PowerPoint</Application>
  <PresentationFormat>On-screen Show (4:3)</PresentationFormat>
  <Paragraphs>80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Calibri</vt:lpstr>
      <vt:lpstr>Rockwell</vt:lpstr>
      <vt:lpstr>Rockwell Condensed</vt:lpstr>
      <vt:lpstr>Rockwell Extra Bold</vt:lpstr>
      <vt:lpstr>Wingdings</vt:lpstr>
      <vt:lpstr>Wood Type</vt:lpstr>
      <vt:lpstr>TEXTBOOK STORE APP</vt:lpstr>
      <vt:lpstr>Project Introduction</vt:lpstr>
      <vt:lpstr>Project Scope &amp; Objectives</vt:lpstr>
      <vt:lpstr>Development Journey</vt:lpstr>
      <vt:lpstr>System Architecture</vt:lpstr>
      <vt:lpstr>Application Features</vt:lpstr>
      <vt:lpstr>User Interface Design</vt:lpstr>
      <vt:lpstr>Live Demo:</vt:lpstr>
      <vt:lpstr>GitHub &amp; Deployment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Rathotse, Agobokwe</cp:lastModifiedBy>
  <cp:revision>1</cp:revision>
  <dcterms:created xsi:type="dcterms:W3CDTF">2013-01-27T09:14:16Z</dcterms:created>
  <dcterms:modified xsi:type="dcterms:W3CDTF">2026-06-15T16:32:23Z</dcterms:modified>
  <cp:category/>
</cp:coreProperties>
</file>